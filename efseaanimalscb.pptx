
<file path=[Content_Types].xml><?xml version="1.0" encoding="utf-8"?>
<Types xmlns="http://schemas.openxmlformats.org/package/2006/content-types">
  <Default Extension="ico" ContentType="image/x-ico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98" r:id="rId3"/>
    <p:sldId id="299" r:id="rId4"/>
    <p:sldId id="300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21" r:id="rId1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525"/>
    <a:srgbClr val="BF31AB"/>
    <a:srgbClr val="C6AE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65" autoAdjust="0"/>
    <p:restoredTop sz="94660"/>
  </p:normalViewPr>
  <p:slideViewPr>
    <p:cSldViewPr snapToGrid="0">
      <p:cViewPr>
        <p:scale>
          <a:sx n="50" d="100"/>
          <a:sy n="50" d="100"/>
        </p:scale>
        <p:origin x="196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03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52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2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71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2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5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2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8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61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32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43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51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6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2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307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545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0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3411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2274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4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8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67A8E7-1EE1-49F7-A207-B4B55EFB1A4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7C0CE-F2FB-49C0-A54D-F2EE62D74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18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ico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ico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5BB9B4C-94EA-432D-AD60-61172B03E7A7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F97CBE-E4BC-451B-8C3A-C1CE6006B557}"/>
              </a:ext>
            </a:extLst>
          </p:cNvPr>
          <p:cNvSpPr/>
          <p:nvPr/>
        </p:nvSpPr>
        <p:spPr>
          <a:xfrm>
            <a:off x="-67010" y="217150"/>
            <a:ext cx="10058400" cy="100908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softEdge rad="101600"/>
          </a:effectLst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CCB88C-4CF5-4D22-8871-C7098F67AC28}"/>
              </a:ext>
            </a:extLst>
          </p:cNvPr>
          <p:cNvSpPr txBox="1"/>
          <p:nvPr/>
        </p:nvSpPr>
        <p:spPr>
          <a:xfrm>
            <a:off x="0" y="152796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156082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e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A02B93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 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FF2525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n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A02B93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i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0F9ED5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m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196B24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a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l</a:t>
            </a:r>
            <a:r>
              <a:rPr kumimoji="0" lang="en-US" sz="6000" b="0" i="0" u="none" strike="noStrike" kern="1200" cap="none" spc="0" normalizeH="0" baseline="0" noProof="0" dirty="0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324E25-306D-4DAC-BAFB-FE7B94FAB2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13" t="20383" r="7307" b="18627"/>
          <a:stretch/>
        </p:blipFill>
        <p:spPr>
          <a:xfrm>
            <a:off x="3526085" y="2583543"/>
            <a:ext cx="6532316" cy="51888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658348-84FF-4AE4-BAB0-5B345A96B1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510" r="21079" b="3678"/>
          <a:stretch/>
        </p:blipFill>
        <p:spPr>
          <a:xfrm flipH="1">
            <a:off x="-3" y="1857829"/>
            <a:ext cx="3341055" cy="591457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C67D091-F865-43D2-938E-E8C9A5E932FD}"/>
              </a:ext>
            </a:extLst>
          </p:cNvPr>
          <p:cNvSpPr txBox="1"/>
          <p:nvPr/>
        </p:nvSpPr>
        <p:spPr>
          <a:xfrm>
            <a:off x="0" y="1161876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Coloring Book</a:t>
            </a:r>
          </a:p>
        </p:txBody>
      </p:sp>
    </p:spTree>
    <p:extLst>
      <p:ext uri="{BB962C8B-B14F-4D97-AF65-F5344CB8AC3E}">
        <p14:creationId xmlns:p14="http://schemas.microsoft.com/office/powerpoint/2010/main" val="1866827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8D6AAD-5A50-435F-BA00-FD34DE0917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78" t="17080" r="9254" b="11763"/>
          <a:stretch/>
        </p:blipFill>
        <p:spPr>
          <a:xfrm>
            <a:off x="3124200" y="1832508"/>
            <a:ext cx="6934200" cy="59398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360806" y="399685"/>
            <a:ext cx="403787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Crab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C0015B-8D45-481C-B67A-091D550961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6293" y="2245527"/>
            <a:ext cx="2648161" cy="264816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A61DE9E-3A08-451F-BA4F-B87B636BF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7658" y="1880489"/>
            <a:ext cx="2676521" cy="267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B2D757-AAEC-4869-B20F-BFFD628C51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4381072" y="1990618"/>
            <a:ext cx="3239749" cy="323974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3F46F8F-81B4-4B6D-80AE-06292162FD26}"/>
              </a:ext>
            </a:extLst>
          </p:cNvPr>
          <p:cNvSpPr/>
          <p:nvPr/>
        </p:nvSpPr>
        <p:spPr>
          <a:xfrm rot="5400000">
            <a:off x="5326379" y="4143560"/>
            <a:ext cx="2979420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alpha val="24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3560483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A1E8E3-1DEA-4554-A56D-AAE7FE0E15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137" t="18334" r="16176"/>
          <a:stretch/>
        </p:blipFill>
        <p:spPr>
          <a:xfrm>
            <a:off x="4231297" y="619524"/>
            <a:ext cx="5773567" cy="717817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53536" y="399685"/>
            <a:ext cx="5631953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Shrimp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87F3B4-1DE0-416A-A6FE-6980853BB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604070" y="1428750"/>
            <a:ext cx="2318069" cy="23180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486247-8098-4871-B23C-8B4D87ADA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604070" y="1743114"/>
            <a:ext cx="1924050" cy="19240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C4588C4-71EE-4D98-BAE7-CF9DF35FF134}"/>
              </a:ext>
            </a:extLst>
          </p:cNvPr>
          <p:cNvSpPr/>
          <p:nvPr/>
        </p:nvSpPr>
        <p:spPr>
          <a:xfrm rot="5400000">
            <a:off x="5166757" y="3704545"/>
            <a:ext cx="2979420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alpha val="24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82810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F7EC56-75F7-49C5-A7DE-19FC7551C3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13" t="20383" r="7307" b="18627"/>
          <a:stretch/>
        </p:blipFill>
        <p:spPr>
          <a:xfrm>
            <a:off x="2959643" y="2133600"/>
            <a:ext cx="7098757" cy="56388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406671" y="399685"/>
            <a:ext cx="522528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Whale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FD3292-9665-4964-B4B1-3789754C0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961671" y="134501"/>
            <a:ext cx="2438400" cy="2438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87430D9-845C-4591-8207-82F553BAC0A9}"/>
              </a:ext>
            </a:extLst>
          </p:cNvPr>
          <p:cNvSpPr/>
          <p:nvPr/>
        </p:nvSpPr>
        <p:spPr>
          <a:xfrm rot="5400000">
            <a:off x="3501634" y="4347084"/>
            <a:ext cx="2979420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alpha val="24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267386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45368DB-D586-40A3-BC37-1486261839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11" t="10940" r="11627" b="7971"/>
          <a:stretch/>
        </p:blipFill>
        <p:spPr>
          <a:xfrm>
            <a:off x="4206063" y="1175935"/>
            <a:ext cx="5855519" cy="655270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285080" y="850356"/>
            <a:ext cx="522528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Shark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D6177A-1D7B-4FBD-80F9-7F6BC88AFE4C}"/>
              </a:ext>
            </a:extLst>
          </p:cNvPr>
          <p:cNvSpPr/>
          <p:nvPr/>
        </p:nvSpPr>
        <p:spPr>
          <a:xfrm rot="5400000">
            <a:off x="5440679" y="3887388"/>
            <a:ext cx="2979420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alpha val="24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386672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08AF92-FFD5-4232-A6E6-BFFCFA69BC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683" t="5670" r="5393" b="7970"/>
          <a:stretch/>
        </p:blipFill>
        <p:spPr>
          <a:xfrm flipH="1">
            <a:off x="3842102" y="1407195"/>
            <a:ext cx="6216298" cy="632144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285080" y="440572"/>
            <a:ext cx="522528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Dolphin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1C1566-EBE2-475B-9F2B-8A747F394ED5}"/>
              </a:ext>
            </a:extLst>
          </p:cNvPr>
          <p:cNvSpPr/>
          <p:nvPr/>
        </p:nvSpPr>
        <p:spPr>
          <a:xfrm rot="5400000">
            <a:off x="6697979" y="4003294"/>
            <a:ext cx="2979420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alpha val="24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124352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11250B-543D-4902-9A87-27024D2728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10" t="12024" r="10539" b="10539"/>
          <a:stretch/>
        </p:blipFill>
        <p:spPr>
          <a:xfrm>
            <a:off x="4038600" y="1753712"/>
            <a:ext cx="6019800" cy="6018688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170780" y="194039"/>
            <a:ext cx="621097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Octopus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A044F0-AF8E-499D-AF9A-ECADFD3ED51E}"/>
              </a:ext>
            </a:extLst>
          </p:cNvPr>
          <p:cNvSpPr/>
          <p:nvPr/>
        </p:nvSpPr>
        <p:spPr>
          <a:xfrm rot="5400000">
            <a:off x="5456939" y="3797555"/>
            <a:ext cx="2979420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alpha val="24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4239419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E3024B-43E4-48E8-925E-A235C679CD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12" t="7971" r="16859" b="10294"/>
          <a:stretch/>
        </p:blipFill>
        <p:spPr>
          <a:xfrm>
            <a:off x="4833117" y="1419624"/>
            <a:ext cx="5225283" cy="635277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0" y="619524"/>
            <a:ext cx="602047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Jellyfish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958134-C4B2-4933-8955-A9064B1F90A1}"/>
              </a:ext>
            </a:extLst>
          </p:cNvPr>
          <p:cNvSpPr/>
          <p:nvPr/>
        </p:nvSpPr>
        <p:spPr>
          <a:xfrm rot="5400000">
            <a:off x="6797039" y="3866135"/>
            <a:ext cx="2979420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alpha val="24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1429011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720486-F30D-4E7A-9304-73D236227B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91" t="14827" r="15441" b="21569"/>
          <a:stretch/>
        </p:blipFill>
        <p:spPr>
          <a:xfrm>
            <a:off x="3505200" y="1904699"/>
            <a:ext cx="6553200" cy="582394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206644" y="619524"/>
            <a:ext cx="637488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Starfish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275FA6-5756-435E-8617-DE06652B8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97283" y="631749"/>
            <a:ext cx="2721052" cy="272105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BF8886E-1D7B-4A78-A17E-B167F927EF0E}"/>
              </a:ext>
            </a:extLst>
          </p:cNvPr>
          <p:cNvSpPr/>
          <p:nvPr/>
        </p:nvSpPr>
        <p:spPr>
          <a:xfrm rot="5400000">
            <a:off x="4104388" y="4141154"/>
            <a:ext cx="2979420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alpha val="24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840924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42E774-498F-41D2-8451-A3E40AB3B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2991403" y="755610"/>
            <a:ext cx="7016790" cy="701679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689548" y="440572"/>
            <a:ext cx="3558602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Seal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DE3A1F-3E3A-4930-8A37-5B8ADC7A79CF}"/>
              </a:ext>
            </a:extLst>
          </p:cNvPr>
          <p:cNvSpPr/>
          <p:nvPr/>
        </p:nvSpPr>
        <p:spPr>
          <a:xfrm rot="5400000">
            <a:off x="6621779" y="3321301"/>
            <a:ext cx="2979420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alpha val="24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3229948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898907F-8DF1-41EC-BF24-2832A73CBF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10" r="21079" b="3678"/>
          <a:stretch/>
        </p:blipFill>
        <p:spPr>
          <a:xfrm>
            <a:off x="5829300" y="0"/>
            <a:ext cx="4229100" cy="748665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1E4E22-E897-4CF5-BE19-38D70C9813CC}"/>
              </a:ext>
            </a:extLst>
          </p:cNvPr>
          <p:cNvSpPr/>
          <p:nvPr/>
        </p:nvSpPr>
        <p:spPr>
          <a:xfrm>
            <a:off x="-3252212" y="-1558779"/>
            <a:ext cx="5631953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23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23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365698" y="619524"/>
            <a:ext cx="734955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800" dirty="0" err="1">
                <a:solidFill>
                  <a:prstClr val="black"/>
                </a:solidFill>
                <a:latin typeface="Teaching Print Dotted" pitchFamily="50" charset="0"/>
              </a:rPr>
              <a:t>Seah</a:t>
            </a:r>
            <a:r>
              <a:rPr kumimoji="0" lang="en-US" sz="1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orse</a:t>
            </a:r>
            <a:endParaRPr kumimoji="0" lang="en-US" sz="128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817C76-9F56-43A0-AE27-DE327A707EF1}"/>
              </a:ext>
            </a:extLst>
          </p:cNvPr>
          <p:cNvSpPr/>
          <p:nvPr/>
        </p:nvSpPr>
        <p:spPr>
          <a:xfrm rot="5400000">
            <a:off x="6697979" y="4003294"/>
            <a:ext cx="2979420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alpha val="24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1029924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C73C86B-BC4C-4813-B31B-84CDAF4A4A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53" t="12550" r="6864" b="16177"/>
          <a:stretch/>
        </p:blipFill>
        <p:spPr>
          <a:xfrm flipH="1">
            <a:off x="3144958" y="2156066"/>
            <a:ext cx="6667500" cy="553965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7B470C7-D1AE-4C73-A881-BBEF0B614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445" y="43760"/>
            <a:ext cx="1205508" cy="7118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BB5204-D508-4CB4-B4C7-CA72D562A01E}"/>
              </a:ext>
            </a:extLst>
          </p:cNvPr>
          <p:cNvSpPr txBox="1"/>
          <p:nvPr/>
        </p:nvSpPr>
        <p:spPr>
          <a:xfrm>
            <a:off x="226892" y="399685"/>
            <a:ext cx="6154858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5029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eaching Print Dotted" pitchFamily="50" charset="0"/>
                <a:ea typeface="+mn-ea"/>
                <a:cs typeface="+mn-cs"/>
              </a:rPr>
              <a:t>Stingray</a:t>
            </a:r>
            <a:endParaRPr kumimoji="0" lang="en-US" sz="153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Teaching Print Dotted" pitchFamily="50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6AB60-824D-4957-BE6F-7D9B392C776B}"/>
              </a:ext>
            </a:extLst>
          </p:cNvPr>
          <p:cNvSpPr txBox="1"/>
          <p:nvPr/>
        </p:nvSpPr>
        <p:spPr>
          <a:xfrm>
            <a:off x="3644649" y="619524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571B7C-4151-4E5C-A81E-82DA762CE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05404" y="130947"/>
            <a:ext cx="3774321" cy="37743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B5D76E-5B60-4CF6-812D-701B25611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856031" y="399685"/>
            <a:ext cx="3128017" cy="312801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77AA18F-4629-48E8-809D-C792CAD9AB9D}"/>
              </a:ext>
            </a:extLst>
          </p:cNvPr>
          <p:cNvSpPr/>
          <p:nvPr/>
        </p:nvSpPr>
        <p:spPr>
          <a:xfrm>
            <a:off x="4800599" y="3473091"/>
            <a:ext cx="2979420" cy="1129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90000"/>
                    <a:alpha val="24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 Splash</a:t>
            </a:r>
          </a:p>
        </p:txBody>
      </p:sp>
    </p:spTree>
    <p:extLst>
      <p:ext uri="{BB962C8B-B14F-4D97-AF65-F5344CB8AC3E}">
        <p14:creationId xmlns:p14="http://schemas.microsoft.com/office/powerpoint/2010/main" val="2093299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83FEF-C0D9-46B5-9919-81753990B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472" y="525903"/>
            <a:ext cx="1615456" cy="9539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5803D8-B1D4-4B2D-8A5D-053D28B5299D}"/>
              </a:ext>
            </a:extLst>
          </p:cNvPr>
          <p:cNvSpPr txBox="1"/>
          <p:nvPr/>
        </p:nvSpPr>
        <p:spPr>
          <a:xfrm>
            <a:off x="3531203" y="1325961"/>
            <a:ext cx="299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Blossomings.github.io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5BCA49-43C1-4E2D-9D9E-DD2D01979AE0}"/>
              </a:ext>
            </a:extLst>
          </p:cNvPr>
          <p:cNvGrpSpPr/>
          <p:nvPr/>
        </p:nvGrpSpPr>
        <p:grpSpPr>
          <a:xfrm>
            <a:off x="592111" y="2747510"/>
            <a:ext cx="8874178" cy="3803220"/>
            <a:chOff x="1558976" y="3043003"/>
            <a:chExt cx="7345180" cy="3147935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DA355FE-8E27-41D2-A3C0-1EDE8978571B}"/>
                </a:ext>
              </a:extLst>
            </p:cNvPr>
            <p:cNvSpPr/>
            <p:nvPr/>
          </p:nvSpPr>
          <p:spPr>
            <a:xfrm>
              <a:off x="1558977" y="3043003"/>
              <a:ext cx="876923" cy="674560"/>
            </a:xfrm>
            <a:custGeom>
              <a:avLst/>
              <a:gdLst>
                <a:gd name="connsiteX0" fmla="*/ 524666 w 876923"/>
                <a:gd name="connsiteY0" fmla="*/ 0 h 674560"/>
                <a:gd name="connsiteX1" fmla="*/ 866723 w 876923"/>
                <a:gd name="connsiteY1" fmla="*/ 0 h 674560"/>
                <a:gd name="connsiteX2" fmla="*/ 876923 w 876923"/>
                <a:gd name="connsiteY2" fmla="*/ 101186 h 674560"/>
                <a:gd name="connsiteX3" fmla="*/ 303549 w 876923"/>
                <a:gd name="connsiteY3" fmla="*/ 674560 h 674560"/>
                <a:gd name="connsiteX4" fmla="*/ 80366 w 876923"/>
                <a:gd name="connsiteY4" fmla="*/ 629501 h 674560"/>
                <a:gd name="connsiteX5" fmla="*/ 0 w 876923"/>
                <a:gd name="connsiteY5" fmla="*/ 585881 h 674560"/>
                <a:gd name="connsiteX6" fmla="*/ 0 w 876923"/>
                <a:gd name="connsiteY6" fmla="*/ 524666 h 674560"/>
                <a:gd name="connsiteX7" fmla="*/ 524666 w 876923"/>
                <a:gd name="connsiteY7" fmla="*/ 0 h 67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923" h="674560">
                  <a:moveTo>
                    <a:pt x="524666" y="0"/>
                  </a:moveTo>
                  <a:lnTo>
                    <a:pt x="866723" y="0"/>
                  </a:lnTo>
                  <a:lnTo>
                    <a:pt x="876923" y="101186"/>
                  </a:lnTo>
                  <a:cubicBezTo>
                    <a:pt x="876923" y="417852"/>
                    <a:pt x="620215" y="674560"/>
                    <a:pt x="303549" y="674560"/>
                  </a:cubicBezTo>
                  <a:cubicBezTo>
                    <a:pt x="224383" y="674560"/>
                    <a:pt x="148963" y="658516"/>
                    <a:pt x="80366" y="629501"/>
                  </a:cubicBezTo>
                  <a:lnTo>
                    <a:pt x="0" y="585881"/>
                  </a:lnTo>
                  <a:lnTo>
                    <a:pt x="0" y="524666"/>
                  </a:lnTo>
                  <a:cubicBezTo>
                    <a:pt x="0" y="234901"/>
                    <a:pt x="234901" y="0"/>
                    <a:pt x="524666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02A85E5-AFB4-40C1-AF4D-892D11D355D3}"/>
                </a:ext>
              </a:extLst>
            </p:cNvPr>
            <p:cNvSpPr/>
            <p:nvPr/>
          </p:nvSpPr>
          <p:spPr>
            <a:xfrm>
              <a:off x="4914772" y="3043003"/>
              <a:ext cx="2020180" cy="723279"/>
            </a:xfrm>
            <a:custGeom>
              <a:avLst/>
              <a:gdLst>
                <a:gd name="connsiteX0" fmla="*/ 0 w 2020180"/>
                <a:gd name="connsiteY0" fmla="*/ 0 h 723279"/>
                <a:gd name="connsiteX1" fmla="*/ 2020180 w 2020180"/>
                <a:gd name="connsiteY1" fmla="*/ 0 h 723279"/>
                <a:gd name="connsiteX2" fmla="*/ 1994207 w 2020180"/>
                <a:gd name="connsiteY2" fmla="*/ 70962 h 723279"/>
                <a:gd name="connsiteX3" fmla="*/ 1010090 w 2020180"/>
                <a:gd name="connsiteY3" fmla="*/ 723279 h 723279"/>
                <a:gd name="connsiteX4" fmla="*/ 25973 w 2020180"/>
                <a:gd name="connsiteY4" fmla="*/ 70962 h 723279"/>
                <a:gd name="connsiteX5" fmla="*/ 0 w 2020180"/>
                <a:gd name="connsiteY5" fmla="*/ 0 h 723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20180" h="723279">
                  <a:moveTo>
                    <a:pt x="0" y="0"/>
                  </a:moveTo>
                  <a:lnTo>
                    <a:pt x="2020180" y="0"/>
                  </a:lnTo>
                  <a:lnTo>
                    <a:pt x="1994207" y="70962"/>
                  </a:lnTo>
                  <a:cubicBezTo>
                    <a:pt x="1832069" y="454302"/>
                    <a:pt x="1452491" y="723279"/>
                    <a:pt x="1010090" y="723279"/>
                  </a:cubicBezTo>
                  <a:cubicBezTo>
                    <a:pt x="567689" y="723279"/>
                    <a:pt x="188112" y="454302"/>
                    <a:pt x="25973" y="70962"/>
                  </a:cubicBez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2">
                    <a:lumMod val="25000"/>
                    <a:lumOff val="75000"/>
                    <a:tint val="66000"/>
                    <a:satMod val="160000"/>
                  </a:schemeClr>
                </a:gs>
                <a:gs pos="50000">
                  <a:schemeClr val="tx2">
                    <a:lumMod val="25000"/>
                    <a:lumOff val="75000"/>
                    <a:tint val="44500"/>
                    <a:satMod val="160000"/>
                  </a:schemeClr>
                </a:gs>
                <a:gs pos="100000">
                  <a:schemeClr val="tx2">
                    <a:lumMod val="25000"/>
                    <a:lumOff val="75000"/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7B91551-CFC0-4BDE-B1B6-DEF71E18B928}"/>
                </a:ext>
              </a:extLst>
            </p:cNvPr>
            <p:cNvSpPr/>
            <p:nvPr/>
          </p:nvSpPr>
          <p:spPr>
            <a:xfrm>
              <a:off x="7575724" y="5257801"/>
              <a:ext cx="1328432" cy="933137"/>
            </a:xfrm>
            <a:custGeom>
              <a:avLst/>
              <a:gdLst>
                <a:gd name="connsiteX0" fmla="*/ 1058612 w 1328432"/>
                <a:gd name="connsiteY0" fmla="*/ 0 h 933137"/>
                <a:gd name="connsiteX1" fmla="*/ 1273861 w 1328432"/>
                <a:gd name="connsiteY1" fmla="*/ 21699 h 933137"/>
                <a:gd name="connsiteX2" fmla="*/ 1328432 w 1328432"/>
                <a:gd name="connsiteY2" fmla="*/ 35731 h 933137"/>
                <a:gd name="connsiteX3" fmla="*/ 1328432 w 1328432"/>
                <a:gd name="connsiteY3" fmla="*/ 408471 h 933137"/>
                <a:gd name="connsiteX4" fmla="*/ 803766 w 1328432"/>
                <a:gd name="connsiteY4" fmla="*/ 933137 h 933137"/>
                <a:gd name="connsiteX5" fmla="*/ 0 w 1328432"/>
                <a:gd name="connsiteY5" fmla="*/ 933137 h 933137"/>
                <a:gd name="connsiteX6" fmla="*/ 12261 w 1328432"/>
                <a:gd name="connsiteY6" fmla="*/ 852801 h 933137"/>
                <a:gd name="connsiteX7" fmla="*/ 1058612 w 1328432"/>
                <a:gd name="connsiteY7" fmla="*/ 0 h 933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8432" h="933137">
                  <a:moveTo>
                    <a:pt x="1058612" y="0"/>
                  </a:moveTo>
                  <a:cubicBezTo>
                    <a:pt x="1132345" y="0"/>
                    <a:pt x="1204334" y="7472"/>
                    <a:pt x="1273861" y="21699"/>
                  </a:cubicBezTo>
                  <a:lnTo>
                    <a:pt x="1328432" y="35731"/>
                  </a:lnTo>
                  <a:lnTo>
                    <a:pt x="1328432" y="408471"/>
                  </a:lnTo>
                  <a:cubicBezTo>
                    <a:pt x="1328432" y="698236"/>
                    <a:pt x="1093531" y="933137"/>
                    <a:pt x="803766" y="933137"/>
                  </a:cubicBezTo>
                  <a:lnTo>
                    <a:pt x="0" y="933137"/>
                  </a:lnTo>
                  <a:lnTo>
                    <a:pt x="12261" y="852801"/>
                  </a:lnTo>
                  <a:cubicBezTo>
                    <a:pt x="111853" y="366108"/>
                    <a:pt x="542478" y="0"/>
                    <a:pt x="105861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332A06D-1621-413F-BE6C-9EDD9A897F21}"/>
                </a:ext>
              </a:extLst>
            </p:cNvPr>
            <p:cNvSpPr/>
            <p:nvPr/>
          </p:nvSpPr>
          <p:spPr>
            <a:xfrm>
              <a:off x="2863120" y="5388962"/>
              <a:ext cx="1146748" cy="801976"/>
            </a:xfrm>
            <a:custGeom>
              <a:avLst/>
              <a:gdLst>
                <a:gd name="connsiteX0" fmla="*/ 573374 w 1146748"/>
                <a:gd name="connsiteY0" fmla="*/ 0 h 801976"/>
                <a:gd name="connsiteX1" fmla="*/ 1146748 w 1146748"/>
                <a:gd name="connsiteY1" fmla="*/ 573374 h 801976"/>
                <a:gd name="connsiteX2" fmla="*/ 1101689 w 1146748"/>
                <a:gd name="connsiteY2" fmla="*/ 796557 h 801976"/>
                <a:gd name="connsiteX3" fmla="*/ 1098748 w 1146748"/>
                <a:gd name="connsiteY3" fmla="*/ 801976 h 801976"/>
                <a:gd name="connsiteX4" fmla="*/ 48000 w 1146748"/>
                <a:gd name="connsiteY4" fmla="*/ 801976 h 801976"/>
                <a:gd name="connsiteX5" fmla="*/ 45059 w 1146748"/>
                <a:gd name="connsiteY5" fmla="*/ 796557 h 801976"/>
                <a:gd name="connsiteX6" fmla="*/ 0 w 1146748"/>
                <a:gd name="connsiteY6" fmla="*/ 573374 h 801976"/>
                <a:gd name="connsiteX7" fmla="*/ 573374 w 1146748"/>
                <a:gd name="connsiteY7" fmla="*/ 0 h 801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46748" h="801976">
                  <a:moveTo>
                    <a:pt x="573374" y="0"/>
                  </a:moveTo>
                  <a:cubicBezTo>
                    <a:pt x="890040" y="0"/>
                    <a:pt x="1146748" y="256708"/>
                    <a:pt x="1146748" y="573374"/>
                  </a:cubicBezTo>
                  <a:cubicBezTo>
                    <a:pt x="1146748" y="652541"/>
                    <a:pt x="1130704" y="727960"/>
                    <a:pt x="1101689" y="796557"/>
                  </a:cubicBezTo>
                  <a:lnTo>
                    <a:pt x="1098748" y="801976"/>
                  </a:lnTo>
                  <a:lnTo>
                    <a:pt x="48000" y="801976"/>
                  </a:lnTo>
                  <a:lnTo>
                    <a:pt x="45059" y="796557"/>
                  </a:lnTo>
                  <a:cubicBezTo>
                    <a:pt x="16044" y="727960"/>
                    <a:pt x="0" y="652541"/>
                    <a:pt x="0" y="573374"/>
                  </a:cubicBezTo>
                  <a:cubicBezTo>
                    <a:pt x="0" y="256708"/>
                    <a:pt x="256708" y="0"/>
                    <a:pt x="573374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60000"/>
                    <a:lumOff val="40000"/>
                    <a:tint val="66000"/>
                    <a:satMod val="160000"/>
                  </a:schemeClr>
                </a:gs>
                <a:gs pos="50000">
                  <a:schemeClr val="accent1">
                    <a:lumMod val="60000"/>
                    <a:lumOff val="40000"/>
                    <a:tint val="44500"/>
                    <a:satMod val="160000"/>
                  </a:schemeClr>
                </a:gs>
                <a:gs pos="100000">
                  <a:schemeClr val="accent1">
                    <a:lumMod val="60000"/>
                    <a:lumOff val="4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B982118-1D50-4D4E-BC84-BB7A3FBA30A2}"/>
                </a:ext>
              </a:extLst>
            </p:cNvPr>
            <p:cNvSpPr/>
            <p:nvPr/>
          </p:nvSpPr>
          <p:spPr>
            <a:xfrm>
              <a:off x="1558976" y="3043003"/>
              <a:ext cx="7345180" cy="3147935"/>
            </a:xfrm>
            <a:custGeom>
              <a:avLst/>
              <a:gdLst>
                <a:gd name="connsiteX0" fmla="*/ 866723 w 7345180"/>
                <a:gd name="connsiteY0" fmla="*/ 0 h 3147935"/>
                <a:gd name="connsiteX1" fmla="*/ 3355796 w 7345180"/>
                <a:gd name="connsiteY1" fmla="*/ 0 h 3147935"/>
                <a:gd name="connsiteX2" fmla="*/ 3381769 w 7345180"/>
                <a:gd name="connsiteY2" fmla="*/ 70962 h 3147935"/>
                <a:gd name="connsiteX3" fmla="*/ 4365886 w 7345180"/>
                <a:gd name="connsiteY3" fmla="*/ 723279 h 3147935"/>
                <a:gd name="connsiteX4" fmla="*/ 5350003 w 7345180"/>
                <a:gd name="connsiteY4" fmla="*/ 70962 h 3147935"/>
                <a:gd name="connsiteX5" fmla="*/ 5375976 w 7345180"/>
                <a:gd name="connsiteY5" fmla="*/ 0 h 3147935"/>
                <a:gd name="connsiteX6" fmla="*/ 6820514 w 7345180"/>
                <a:gd name="connsiteY6" fmla="*/ 0 h 3147935"/>
                <a:gd name="connsiteX7" fmla="*/ 7345180 w 7345180"/>
                <a:gd name="connsiteY7" fmla="*/ 524666 h 3147935"/>
                <a:gd name="connsiteX8" fmla="*/ 7345180 w 7345180"/>
                <a:gd name="connsiteY8" fmla="*/ 2250529 h 3147935"/>
                <a:gd name="connsiteX9" fmla="*/ 7290609 w 7345180"/>
                <a:gd name="connsiteY9" fmla="*/ 2236497 h 3147935"/>
                <a:gd name="connsiteX10" fmla="*/ 7075360 w 7345180"/>
                <a:gd name="connsiteY10" fmla="*/ 2214798 h 3147935"/>
                <a:gd name="connsiteX11" fmla="*/ 6029009 w 7345180"/>
                <a:gd name="connsiteY11" fmla="*/ 3067599 h 3147935"/>
                <a:gd name="connsiteX12" fmla="*/ 6016748 w 7345180"/>
                <a:gd name="connsiteY12" fmla="*/ 3147935 h 3147935"/>
                <a:gd name="connsiteX13" fmla="*/ 2402892 w 7345180"/>
                <a:gd name="connsiteY13" fmla="*/ 3147935 h 3147935"/>
                <a:gd name="connsiteX14" fmla="*/ 2405833 w 7345180"/>
                <a:gd name="connsiteY14" fmla="*/ 3142516 h 3147935"/>
                <a:gd name="connsiteX15" fmla="*/ 2450892 w 7345180"/>
                <a:gd name="connsiteY15" fmla="*/ 2919333 h 3147935"/>
                <a:gd name="connsiteX16" fmla="*/ 1877518 w 7345180"/>
                <a:gd name="connsiteY16" fmla="*/ 2345959 h 3147935"/>
                <a:gd name="connsiteX17" fmla="*/ 1304144 w 7345180"/>
                <a:gd name="connsiteY17" fmla="*/ 2919333 h 3147935"/>
                <a:gd name="connsiteX18" fmla="*/ 1349203 w 7345180"/>
                <a:gd name="connsiteY18" fmla="*/ 3142516 h 3147935"/>
                <a:gd name="connsiteX19" fmla="*/ 1352144 w 7345180"/>
                <a:gd name="connsiteY19" fmla="*/ 3147935 h 3147935"/>
                <a:gd name="connsiteX20" fmla="*/ 524666 w 7345180"/>
                <a:gd name="connsiteY20" fmla="*/ 3147935 h 3147935"/>
                <a:gd name="connsiteX21" fmla="*/ 0 w 7345180"/>
                <a:gd name="connsiteY21" fmla="*/ 2623269 h 3147935"/>
                <a:gd name="connsiteX22" fmla="*/ 0 w 7345180"/>
                <a:gd name="connsiteY22" fmla="*/ 585881 h 3147935"/>
                <a:gd name="connsiteX23" fmla="*/ 80366 w 7345180"/>
                <a:gd name="connsiteY23" fmla="*/ 629501 h 3147935"/>
                <a:gd name="connsiteX24" fmla="*/ 303549 w 7345180"/>
                <a:gd name="connsiteY24" fmla="*/ 674560 h 3147935"/>
                <a:gd name="connsiteX25" fmla="*/ 876923 w 7345180"/>
                <a:gd name="connsiteY25" fmla="*/ 101186 h 3147935"/>
                <a:gd name="connsiteX26" fmla="*/ 866723 w 7345180"/>
                <a:gd name="connsiteY26" fmla="*/ 0 h 3147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7345180" h="3147935">
                  <a:moveTo>
                    <a:pt x="866723" y="0"/>
                  </a:moveTo>
                  <a:lnTo>
                    <a:pt x="3355796" y="0"/>
                  </a:lnTo>
                  <a:lnTo>
                    <a:pt x="3381769" y="70962"/>
                  </a:lnTo>
                  <a:cubicBezTo>
                    <a:pt x="3543908" y="454302"/>
                    <a:pt x="3923485" y="723279"/>
                    <a:pt x="4365886" y="723279"/>
                  </a:cubicBezTo>
                  <a:cubicBezTo>
                    <a:pt x="4808287" y="723279"/>
                    <a:pt x="5187865" y="454302"/>
                    <a:pt x="5350003" y="70962"/>
                  </a:cubicBezTo>
                  <a:lnTo>
                    <a:pt x="5375976" y="0"/>
                  </a:lnTo>
                  <a:lnTo>
                    <a:pt x="6820514" y="0"/>
                  </a:lnTo>
                  <a:cubicBezTo>
                    <a:pt x="7110279" y="0"/>
                    <a:pt x="7345180" y="234901"/>
                    <a:pt x="7345180" y="524666"/>
                  </a:cubicBezTo>
                  <a:lnTo>
                    <a:pt x="7345180" y="2250529"/>
                  </a:lnTo>
                  <a:lnTo>
                    <a:pt x="7290609" y="2236497"/>
                  </a:lnTo>
                  <a:cubicBezTo>
                    <a:pt x="7221082" y="2222270"/>
                    <a:pt x="7149093" y="2214798"/>
                    <a:pt x="7075360" y="2214798"/>
                  </a:cubicBezTo>
                  <a:cubicBezTo>
                    <a:pt x="6559226" y="2214798"/>
                    <a:pt x="6128601" y="2580906"/>
                    <a:pt x="6029009" y="3067599"/>
                  </a:cubicBezTo>
                  <a:lnTo>
                    <a:pt x="6016748" y="3147935"/>
                  </a:lnTo>
                  <a:lnTo>
                    <a:pt x="2402892" y="3147935"/>
                  </a:lnTo>
                  <a:lnTo>
                    <a:pt x="2405833" y="3142516"/>
                  </a:lnTo>
                  <a:cubicBezTo>
                    <a:pt x="2434848" y="3073919"/>
                    <a:pt x="2450892" y="2998500"/>
                    <a:pt x="2450892" y="2919333"/>
                  </a:cubicBezTo>
                  <a:cubicBezTo>
                    <a:pt x="2450892" y="2602667"/>
                    <a:pt x="2194184" y="2345959"/>
                    <a:pt x="1877518" y="2345959"/>
                  </a:cubicBezTo>
                  <a:cubicBezTo>
                    <a:pt x="1560852" y="2345959"/>
                    <a:pt x="1304144" y="2602667"/>
                    <a:pt x="1304144" y="2919333"/>
                  </a:cubicBezTo>
                  <a:cubicBezTo>
                    <a:pt x="1304144" y="2998500"/>
                    <a:pt x="1320188" y="3073919"/>
                    <a:pt x="1349203" y="3142516"/>
                  </a:cubicBezTo>
                  <a:lnTo>
                    <a:pt x="1352144" y="3147935"/>
                  </a:lnTo>
                  <a:lnTo>
                    <a:pt x="524666" y="3147935"/>
                  </a:lnTo>
                  <a:cubicBezTo>
                    <a:pt x="234901" y="3147935"/>
                    <a:pt x="0" y="2913034"/>
                    <a:pt x="0" y="2623269"/>
                  </a:cubicBezTo>
                  <a:lnTo>
                    <a:pt x="0" y="585881"/>
                  </a:lnTo>
                  <a:lnTo>
                    <a:pt x="80366" y="629501"/>
                  </a:lnTo>
                  <a:cubicBezTo>
                    <a:pt x="148963" y="658516"/>
                    <a:pt x="224383" y="674560"/>
                    <a:pt x="303549" y="674560"/>
                  </a:cubicBezTo>
                  <a:cubicBezTo>
                    <a:pt x="620215" y="674560"/>
                    <a:pt x="876923" y="417852"/>
                    <a:pt x="876923" y="101186"/>
                  </a:cubicBezTo>
                  <a:lnTo>
                    <a:pt x="86672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FFF00">
                    <a:tint val="66000"/>
                    <a:satMod val="160000"/>
                  </a:srgbClr>
                </a:gs>
                <a:gs pos="50000">
                  <a:srgbClr val="FFFF00">
                    <a:tint val="44500"/>
                    <a:satMod val="160000"/>
                  </a:srgbClr>
                </a:gs>
                <a:gs pos="100000">
                  <a:srgbClr val="FFFF00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6460C3C-ABC5-498E-ABD9-403C687E538B}"/>
                </a:ext>
              </a:extLst>
            </p:cNvPr>
            <p:cNvSpPr/>
            <p:nvPr/>
          </p:nvSpPr>
          <p:spPr>
            <a:xfrm>
              <a:off x="1693889" y="4189750"/>
              <a:ext cx="614596" cy="614596"/>
            </a:xfrm>
            <a:prstGeom prst="ellipse">
              <a:avLst/>
            </a:prstGeom>
            <a:gradFill flip="none" rotWithShape="1">
              <a:gsLst>
                <a:gs pos="0">
                  <a:schemeClr val="accent3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3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3">
                    <a:lumMod val="40000"/>
                    <a:lumOff val="60000"/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BB4ADBB-376F-4FD9-8101-A13FB9127BF9}"/>
                </a:ext>
              </a:extLst>
            </p:cNvPr>
            <p:cNvSpPr/>
            <p:nvPr/>
          </p:nvSpPr>
          <p:spPr>
            <a:xfrm>
              <a:off x="5606327" y="5396457"/>
              <a:ext cx="539646" cy="539646"/>
            </a:xfrm>
            <a:prstGeom prst="ellipse">
              <a:avLst/>
            </a:prstGeom>
            <a:gradFill flip="none" rotWithShape="1">
              <a:gsLst>
                <a:gs pos="0">
                  <a:srgbClr val="C6AE2C">
                    <a:tint val="66000"/>
                    <a:satMod val="160000"/>
                  </a:srgbClr>
                </a:gs>
                <a:gs pos="50000">
                  <a:srgbClr val="C6AE2C">
                    <a:tint val="44500"/>
                    <a:satMod val="160000"/>
                  </a:srgbClr>
                </a:gs>
                <a:gs pos="100000">
                  <a:srgbClr val="C6AE2C">
                    <a:tint val="23500"/>
                    <a:satMod val="160000"/>
                  </a:srgbClr>
                </a:gs>
              </a:gsLst>
              <a:lin ang="27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C99DC98-583D-421E-8108-17DAE73D6894}"/>
                </a:ext>
              </a:extLst>
            </p:cNvPr>
            <p:cNvSpPr/>
            <p:nvPr/>
          </p:nvSpPr>
          <p:spPr>
            <a:xfrm>
              <a:off x="8020757" y="3177916"/>
              <a:ext cx="539646" cy="539646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lumMod val="40000"/>
                    <a:lumOff val="60000"/>
                    <a:tint val="66000"/>
                    <a:satMod val="160000"/>
                  </a:schemeClr>
                </a:gs>
                <a:gs pos="50000">
                  <a:schemeClr val="accent5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5">
                    <a:lumMod val="40000"/>
                    <a:lumOff val="60000"/>
                    <a:tint val="23500"/>
                    <a:satMod val="160000"/>
                  </a:scheme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9DE317B-883E-4823-A442-075ADC81C826}"/>
              </a:ext>
            </a:extLst>
          </p:cNvPr>
          <p:cNvSpPr/>
          <p:nvPr/>
        </p:nvSpPr>
        <p:spPr>
          <a:xfrm>
            <a:off x="1481726" y="3800189"/>
            <a:ext cx="7390342" cy="169786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Please note: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this PDF is copyrighted by blossomings.github.io and is for personal use only. Please do not upload it to any other website, socials or file-sharing service. Thanks! 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4E9505C3-357A-4649-8E31-5F1E27B37ABE}"/>
              </a:ext>
            </a:extLst>
          </p:cNvPr>
          <p:cNvSpPr txBox="1"/>
          <p:nvPr/>
        </p:nvSpPr>
        <p:spPr>
          <a:xfrm rot="16200000">
            <a:off x="-871847" y="3787491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0CE89CE0-03A3-4810-B19E-D874DC4B61D8}"/>
              </a:ext>
            </a:extLst>
          </p:cNvPr>
          <p:cNvSpPr txBox="1"/>
          <p:nvPr/>
        </p:nvSpPr>
        <p:spPr>
          <a:xfrm>
            <a:off x="5550450" y="2804642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9E59F75E-EE46-4962-A3A3-C05EA530B945}"/>
              </a:ext>
            </a:extLst>
          </p:cNvPr>
          <p:cNvSpPr txBox="1"/>
          <p:nvPr/>
        </p:nvSpPr>
        <p:spPr>
          <a:xfrm>
            <a:off x="5510214" y="5482045"/>
            <a:ext cx="3987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9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00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0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B0F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92D05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7030A0"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60000"/>
                    <a:lumOff val="40000"/>
                    <a:alpha val="9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7612982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651</TotalTime>
  <Words>160</Words>
  <Application>Microsoft Office PowerPoint</Application>
  <PresentationFormat>Custom</PresentationFormat>
  <Paragraphs>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Arial Black</vt:lpstr>
      <vt:lpstr>Calibri</vt:lpstr>
      <vt:lpstr>Calibri Light</vt:lpstr>
      <vt:lpstr>Teaching Print Dotted</vt:lpstr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164</cp:revision>
  <dcterms:created xsi:type="dcterms:W3CDTF">2025-02-18T12:00:50Z</dcterms:created>
  <dcterms:modified xsi:type="dcterms:W3CDTF">2025-04-21T22:22:28Z</dcterms:modified>
</cp:coreProperties>
</file>