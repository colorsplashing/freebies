
<file path=[Content_Types].xml><?xml version="1.0" encoding="utf-8"?>
<Types xmlns="http://schemas.openxmlformats.org/package/2006/content-types">
  <Default Extension="ico" ContentType="image/x-icon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99" r:id="rId3"/>
    <p:sldId id="300" r:id="rId4"/>
    <p:sldId id="301" r:id="rId5"/>
    <p:sldId id="302" r:id="rId6"/>
    <p:sldId id="305" r:id="rId7"/>
    <p:sldId id="307" r:id="rId8"/>
    <p:sldId id="306" r:id="rId9"/>
    <p:sldId id="308" r:id="rId10"/>
    <p:sldId id="303" r:id="rId11"/>
    <p:sldId id="304" r:id="rId12"/>
    <p:sldId id="309" r:id="rId13"/>
    <p:sldId id="316" r:id="rId14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F4F"/>
    <a:srgbClr val="FFFF53"/>
    <a:srgbClr val="EF5FB1"/>
    <a:srgbClr val="D355C1"/>
    <a:srgbClr val="BF31AB"/>
    <a:srgbClr val="C6AE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4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0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39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5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7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2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2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2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8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61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32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43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51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6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2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307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545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0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411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27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4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8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7A8E7-1EE1-49F7-A207-B4B55EFB1A41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18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ico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ico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ico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ico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ico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ico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ico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ico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ico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ico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ico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ico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1B66D9-474A-4FC8-88A4-7E06D6106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90" y="1706938"/>
            <a:ext cx="6021702" cy="60217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9181013">
            <a:off x="1598900" y="4543195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Color Splash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411449" y="1081189"/>
            <a:ext cx="4960525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Cabbage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1649318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62D4A6-BE23-45A7-B434-1B7B696133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1" t="17129" r="19193" b="18046"/>
          <a:stretch/>
        </p:blipFill>
        <p:spPr>
          <a:xfrm>
            <a:off x="178229" y="1359077"/>
            <a:ext cx="6015020" cy="63695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9181013">
            <a:off x="1598900" y="4543195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Color Splash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771271" y="1130308"/>
            <a:ext cx="4197500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Broccoli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323866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854342-C60B-4551-BA40-330639150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7707"/>
            <a:ext cx="6354305" cy="635430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19181013">
            <a:off x="1598900" y="4543195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Color Splash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4320666" y="1287069"/>
            <a:ext cx="5737734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Cauliflower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324975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94CA59-5640-4D29-B1BF-8C7D0FE7C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7629" y="848208"/>
            <a:ext cx="6880432" cy="68804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2128926">
            <a:off x="1973654" y="4490497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Color Splash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414948" y="1287069"/>
            <a:ext cx="3782862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Carrot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2933545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26C476-6D2F-47FE-955C-B623305A4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11" b="96387" l="9961" r="89844">
                        <a14:foregroundMark x1="52637" y1="3711" x2="47949" y2="16406"/>
                        <a14:foregroundMark x1="30469" y1="73438" x2="32129" y2="55566"/>
                        <a14:foregroundMark x1="41406" y1="91602" x2="58008" y2="88867"/>
                        <a14:foregroundMark x1="37793" y1="67871" x2="39453" y2="58105"/>
                        <a14:foregroundMark x1="39453" y1="58105" x2="39648" y2="57715"/>
                        <a14:foregroundMark x1="29102" y1="84082" x2="26074" y2="72754"/>
                        <a14:foregroundMark x1="26074" y1="72754" x2="26758" y2="64844"/>
                        <a14:foregroundMark x1="26758" y1="64844" x2="29102" y2="59180"/>
                        <a14:foregroundMark x1="29102" y1="59180" x2="30273" y2="50293"/>
                        <a14:foregroundMark x1="25977" y1="59570" x2="25977" y2="76758"/>
                        <a14:foregroundMark x1="25781" y1="76172" x2="25000" y2="64844"/>
                        <a14:foregroundMark x1="25391" y1="73828" x2="24023" y2="70020"/>
                        <a14:foregroundMark x1="67871" y1="86426" x2="53516" y2="95508"/>
                        <a14:foregroundMark x1="53516" y1="95508" x2="48926" y2="96387"/>
                        <a14:foregroundMark x1="46777" y1="96387" x2="40918" y2="94629"/>
                        <a14:foregroundMark x1="40918" y1="94629" x2="34863" y2="89844"/>
                        <a14:foregroundMark x1="48535" y1="96387" x2="69141" y2="94727"/>
                        <a14:foregroundMark x1="69141" y1="94727" x2="70313" y2="94727"/>
                        <a14:foregroundMark x1="24414" y1="69629" x2="24414" y2="66504"/>
                        <a14:foregroundMark x1="46777" y1="11035" x2="47168" y2="9668"/>
                        <a14:foregroundMark x1="48340" y1="7910" x2="48340" y2="7520"/>
                        <a14:foregroundMark x1="34863" y1="28125" x2="34863" y2="28125"/>
                      </a14:backgroundRemoval>
                    </a14:imgEffect>
                    <a14:imgEffect>
                      <a14:saturation sat="0"/>
                    </a14:imgEffect>
                    <a14:imgEffect>
                      <a14:brightnessContrast bright="54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4756" y="755610"/>
            <a:ext cx="6860058" cy="68600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5400000">
            <a:off x="847714" y="437599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alpha val="4000"/>
                  </a:schemeClr>
                </a:solidFill>
              </a:rPr>
              <a:t>Color Splash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4826833" y="1363639"/>
            <a:ext cx="4534143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Eggplant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1199760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CD73C1-D7F9-4878-A699-5CCE16D32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5610"/>
            <a:ext cx="7075357" cy="70753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5400000">
            <a:off x="1543986" y="461248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alpha val="4000"/>
                  </a:schemeClr>
                </a:solidFill>
              </a:rPr>
              <a:t>Color Splash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059059" y="1341517"/>
            <a:ext cx="3309777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Onion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717438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BCC528C-2FB4-432A-8398-44EC74BAC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691" b="89941" l="9961" r="89941">
                        <a14:foregroundMark x1="28711" y1="72559" x2="58203" y2="80762"/>
                        <a14:foregroundMark x1="58203" y1="80762" x2="68457" y2="79688"/>
                        <a14:foregroundMark x1="68457" y1="79688" x2="69531" y2="78125"/>
                        <a14:foregroundMark x1="53418" y1="8691" x2="53027" y2="19434"/>
                        <a14:foregroundMark x1="19629" y1="67090" x2="19629" y2="67090"/>
                        <a14:foregroundMark x1="19629" y1="60938" x2="19629" y2="60938"/>
                        <a14:foregroundMark x1="20996" y1="54980" x2="20996" y2="54980"/>
                        <a14:foregroundMark x1="79395" y1="73438" x2="79395" y2="73438"/>
                        <a14:foregroundMark x1="56641" y1="84863" x2="56641" y2="84863"/>
                        <a14:foregroundMark x1="54492" y1="84863" x2="54492" y2="84863"/>
                        <a14:foregroundMark x1="54883" y1="85254" x2="54883" y2="85254"/>
                        <a14:foregroundMark x1="57227" y1="85840" x2="57227" y2="85840"/>
                        <a14:foregroundMark x1="64355" y1="83496" x2="64355" y2="83496"/>
                        <a14:foregroundMark x1="83008" y1="63281" x2="83008" y2="63281"/>
                        <a14:foregroundMark x1="65234" y1="83105" x2="65234" y2="83105"/>
                        <a14:foregroundMark x1="65918" y1="82715" x2="65918" y2="82715"/>
                        <a14:backgroundMark x1="17090" y1="69238" x2="17090" y2="56543"/>
                        <a14:backgroundMark x1="77441" y1="77148" x2="77441" y2="77148"/>
                        <a14:backgroundMark x1="77441" y1="77148" x2="84570" y2="78906"/>
                        <a14:backgroundMark x1="84082" y1="70801" x2="83887" y2="65723"/>
                        <a14:backgroundMark x1="83105" y1="69922" x2="83496" y2="67969"/>
                        <a14:backgroundMark x1="83398" y1="66992" x2="83398" y2="68945"/>
                        <a14:backgroundMark x1="83594" y1="65723" x2="83594" y2="66992"/>
                        <a14:backgroundMark x1="63379" y1="85547" x2="62988" y2="85645"/>
                        <a14:backgroundMark x1="62793" y1="85547" x2="62793" y2="85547"/>
                        <a14:backgroundMark x1="59570" y1="86426" x2="59570" y2="86426"/>
                        <a14:backgroundMark x1="77246" y1="76660" x2="77246" y2="76660"/>
                        <a14:backgroundMark x1="42578" y1="86133" x2="42480" y2="86133"/>
                        <a14:backgroundMark x1="39355" y1="85645" x2="39355" y2="85645"/>
                        <a14:backgroundMark x1="21094" y1="75195" x2="21582" y2="76172"/>
                        <a14:backgroundMark x1="17676" y1="62402" x2="17676" y2="621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274" y="4122057"/>
            <a:ext cx="1887399" cy="18873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664C77-DA85-4C27-862B-4E5A00E2C5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1" r="6922" b="5289"/>
          <a:stretch/>
        </p:blipFill>
        <p:spPr>
          <a:xfrm>
            <a:off x="201624" y="430284"/>
            <a:ext cx="5754697" cy="73835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5400000">
            <a:off x="847714" y="437599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Color Splash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682812" y="1341517"/>
            <a:ext cx="3309777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Garlic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272405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A4F14A-0246-4C62-A76F-0E21ABD1B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4941" y1="77344" x2="62598" y2="64648"/>
                        <a14:foregroundMark x1="62598" y1="64648" x2="46387" y2="38184"/>
                        <a14:foregroundMark x1="70898" y1="69238" x2="67676" y2="41504"/>
                        <a14:foregroundMark x1="67676" y1="41504" x2="69043" y2="47852"/>
                        <a14:foregroundMark x1="42773" y1="77148" x2="42773" y2="54980"/>
                        <a14:foregroundMark x1="23438" y1="69238" x2="18359" y2="63477"/>
                        <a14:foregroundMark x1="18359" y1="63477" x2="18066" y2="62695"/>
                        <a14:foregroundMark x1="14063" y1="49805" x2="10547" y2="37793"/>
                        <a14:foregroundMark x1="15039" y1="44922" x2="23145" y2="48242"/>
                        <a14:foregroundMark x1="23145" y1="48242" x2="30957" y2="54395"/>
                        <a14:foregroundMark x1="49316" y1="74219" x2="54492" y2="65527"/>
                        <a14:foregroundMark x1="84473" y1="66699" x2="87109" y2="59180"/>
                        <a14:backgroundMark x1="69727" y1="81738" x2="58008" y2="83105"/>
                        <a14:backgroundMark x1="51855" y1="81934" x2="58203" y2="81348"/>
                        <a14:backgroundMark x1="53809" y1="82520" x2="47559" y2="83008"/>
                        <a14:backgroundMark x1="47559" y1="83008" x2="45703" y2="82324"/>
                        <a14:backgroundMark x1="42578" y1="81152" x2="47168" y2="82324"/>
                        <a14:backgroundMark x1="35840" y1="80469" x2="39258" y2="81348"/>
                        <a14:backgroundMark x1="37402" y1="80273" x2="37402" y2="80273"/>
                        <a14:backgroundMark x1="37402" y1="80273" x2="37402" y2="80273"/>
                        <a14:backgroundMark x1="33496" y1="79102" x2="39844" y2="81738"/>
                        <a14:backgroundMark x1="36621" y1="80469" x2="30078" y2="77539"/>
                        <a14:backgroundMark x1="27539" y1="75977" x2="29102" y2="77148"/>
                        <a14:backgroundMark x1="30078" y1="77930" x2="28711" y2="76563"/>
                        <a14:backgroundMark x1="59570" y1="81543" x2="52051" y2="81738"/>
                        <a14:backgroundMark x1="51855" y1="81738" x2="53027" y2="81348"/>
                        <a14:backgroundMark x1="52246" y1="81348" x2="50293" y2="81152"/>
                        <a14:backgroundMark x1="81152" y1="80957" x2="86133" y2="72168"/>
                        <a14:backgroundMark x1="86133" y1="72168" x2="86328" y2="71387"/>
                        <a14:backgroundMark x1="85938" y1="70605" x2="72656" y2="81738"/>
                        <a14:backgroundMark x1="67871" y1="82520" x2="75684" y2="79395"/>
                        <a14:backgroundMark x1="75684" y1="79395" x2="68457" y2="82227"/>
                        <a14:backgroundMark x1="68457" y1="82227" x2="66699" y2="81152"/>
                        <a14:backgroundMark x1="66699" y1="80762" x2="60352" y2="81348"/>
                        <a14:backgroundMark x1="53613" y1="81543" x2="61133" y2="80273"/>
                        <a14:backgroundMark x1="61133" y1="80273" x2="62207" y2="80273"/>
                        <a14:backgroundMark x1="61133" y1="80273" x2="40820" y2="80957"/>
                        <a14:backgroundMark x1="86328" y1="70605" x2="69922" y2="825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4700" y="211072"/>
            <a:ext cx="7772400" cy="7772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5400000">
            <a:off x="847714" y="437599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Color Splash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682812" y="1341517"/>
            <a:ext cx="4045804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Potato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627478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E9010D-C620-409C-A479-02B1CEAD7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546658"/>
            <a:ext cx="7225742" cy="722574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2128926">
            <a:off x="2277480" y="3965129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Color Splash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142646" y="1363639"/>
            <a:ext cx="4625810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Beetroot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4016181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225430-0420-4B53-94E1-568A09C278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31" r="15831"/>
          <a:stretch/>
        </p:blipFill>
        <p:spPr>
          <a:xfrm>
            <a:off x="289944" y="998228"/>
            <a:ext cx="4739256" cy="693493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2128926">
            <a:off x="665881" y="400403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Color Splash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4826833" y="1363639"/>
            <a:ext cx="4941623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Artichoke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1360592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2F755B-3015-4396-916C-F7A334F02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4202"/>
            <a:ext cx="6558197" cy="655819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EE438D-5364-483C-A5E1-C88C5EF1B686}"/>
              </a:ext>
            </a:extLst>
          </p:cNvPr>
          <p:cNvSpPr txBox="1"/>
          <p:nvPr/>
        </p:nvSpPr>
        <p:spPr>
          <a:xfrm rot="5400000">
            <a:off x="847714" y="437599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Color Splash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lt1">
                    <a:alpha val="23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23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23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23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23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23000"/>
                  </a:schemeClr>
                </a:solidFill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745574" y="1341517"/>
            <a:ext cx="2983042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10700" dirty="0">
                <a:solidFill>
                  <a:prstClr val="black"/>
                </a:solidFill>
                <a:latin typeface="Teaching Print Dotted" pitchFamily="50" charset="0"/>
              </a:rPr>
              <a:t>Kale</a:t>
            </a:r>
            <a:endParaRPr lang="en-US" sz="10700" dirty="0">
              <a:solidFill>
                <a:srgbClr val="44546A">
                  <a:lumMod val="60000"/>
                  <a:lumOff val="40000"/>
                </a:srgbClr>
              </a:solidFill>
              <a:latin typeface="Teaching Print Dotted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</p:spTree>
    <p:extLst>
      <p:ext uri="{BB962C8B-B14F-4D97-AF65-F5344CB8AC3E}">
        <p14:creationId xmlns:p14="http://schemas.microsoft.com/office/powerpoint/2010/main" val="2700591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472" y="525903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3" y="1325961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5BCA49-43C1-4E2D-9D9E-DD2D01979AE0}"/>
              </a:ext>
            </a:extLst>
          </p:cNvPr>
          <p:cNvGrpSpPr/>
          <p:nvPr/>
        </p:nvGrpSpPr>
        <p:grpSpPr>
          <a:xfrm>
            <a:off x="592111" y="2747510"/>
            <a:ext cx="8874178" cy="3803220"/>
            <a:chOff x="1558976" y="3043003"/>
            <a:chExt cx="7345180" cy="3147935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DA355FE-8E27-41D2-A3C0-1EDE8978571B}"/>
                </a:ext>
              </a:extLst>
            </p:cNvPr>
            <p:cNvSpPr/>
            <p:nvPr/>
          </p:nvSpPr>
          <p:spPr>
            <a:xfrm>
              <a:off x="1558977" y="3043003"/>
              <a:ext cx="876923" cy="674560"/>
            </a:xfrm>
            <a:custGeom>
              <a:avLst/>
              <a:gdLst>
                <a:gd name="connsiteX0" fmla="*/ 524666 w 876923"/>
                <a:gd name="connsiteY0" fmla="*/ 0 h 674560"/>
                <a:gd name="connsiteX1" fmla="*/ 866723 w 876923"/>
                <a:gd name="connsiteY1" fmla="*/ 0 h 674560"/>
                <a:gd name="connsiteX2" fmla="*/ 876923 w 876923"/>
                <a:gd name="connsiteY2" fmla="*/ 101186 h 674560"/>
                <a:gd name="connsiteX3" fmla="*/ 303549 w 876923"/>
                <a:gd name="connsiteY3" fmla="*/ 674560 h 674560"/>
                <a:gd name="connsiteX4" fmla="*/ 80366 w 876923"/>
                <a:gd name="connsiteY4" fmla="*/ 629501 h 674560"/>
                <a:gd name="connsiteX5" fmla="*/ 0 w 876923"/>
                <a:gd name="connsiteY5" fmla="*/ 585881 h 674560"/>
                <a:gd name="connsiteX6" fmla="*/ 0 w 876923"/>
                <a:gd name="connsiteY6" fmla="*/ 524666 h 674560"/>
                <a:gd name="connsiteX7" fmla="*/ 524666 w 876923"/>
                <a:gd name="connsiteY7" fmla="*/ 0 h 67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923" h="674560">
                  <a:moveTo>
                    <a:pt x="524666" y="0"/>
                  </a:moveTo>
                  <a:lnTo>
                    <a:pt x="866723" y="0"/>
                  </a:lnTo>
                  <a:lnTo>
                    <a:pt x="876923" y="101186"/>
                  </a:lnTo>
                  <a:cubicBezTo>
                    <a:pt x="876923" y="417852"/>
                    <a:pt x="620215" y="674560"/>
                    <a:pt x="303549" y="674560"/>
                  </a:cubicBezTo>
                  <a:cubicBezTo>
                    <a:pt x="224383" y="674560"/>
                    <a:pt x="148963" y="658516"/>
                    <a:pt x="80366" y="629501"/>
                  </a:cubicBezTo>
                  <a:lnTo>
                    <a:pt x="0" y="585881"/>
                  </a:lnTo>
                  <a:lnTo>
                    <a:pt x="0" y="524666"/>
                  </a:lnTo>
                  <a:cubicBezTo>
                    <a:pt x="0" y="234901"/>
                    <a:pt x="234901" y="0"/>
                    <a:pt x="52466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02A85E5-AFB4-40C1-AF4D-892D11D355D3}"/>
                </a:ext>
              </a:extLst>
            </p:cNvPr>
            <p:cNvSpPr/>
            <p:nvPr/>
          </p:nvSpPr>
          <p:spPr>
            <a:xfrm>
              <a:off x="4914772" y="3043003"/>
              <a:ext cx="2020180" cy="723279"/>
            </a:xfrm>
            <a:custGeom>
              <a:avLst/>
              <a:gdLst>
                <a:gd name="connsiteX0" fmla="*/ 0 w 2020180"/>
                <a:gd name="connsiteY0" fmla="*/ 0 h 723279"/>
                <a:gd name="connsiteX1" fmla="*/ 2020180 w 2020180"/>
                <a:gd name="connsiteY1" fmla="*/ 0 h 723279"/>
                <a:gd name="connsiteX2" fmla="*/ 1994207 w 2020180"/>
                <a:gd name="connsiteY2" fmla="*/ 70962 h 723279"/>
                <a:gd name="connsiteX3" fmla="*/ 1010090 w 2020180"/>
                <a:gd name="connsiteY3" fmla="*/ 723279 h 723279"/>
                <a:gd name="connsiteX4" fmla="*/ 25973 w 2020180"/>
                <a:gd name="connsiteY4" fmla="*/ 70962 h 723279"/>
                <a:gd name="connsiteX5" fmla="*/ 0 w 2020180"/>
                <a:gd name="connsiteY5" fmla="*/ 0 h 723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0180" h="723279">
                  <a:moveTo>
                    <a:pt x="0" y="0"/>
                  </a:moveTo>
                  <a:lnTo>
                    <a:pt x="2020180" y="0"/>
                  </a:lnTo>
                  <a:lnTo>
                    <a:pt x="1994207" y="70962"/>
                  </a:lnTo>
                  <a:cubicBezTo>
                    <a:pt x="1832069" y="454302"/>
                    <a:pt x="1452491" y="723279"/>
                    <a:pt x="1010090" y="723279"/>
                  </a:cubicBezTo>
                  <a:cubicBezTo>
                    <a:pt x="567689" y="723279"/>
                    <a:pt x="188112" y="454302"/>
                    <a:pt x="25973" y="70962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25000"/>
                    <a:lumOff val="75000"/>
                    <a:tint val="66000"/>
                    <a:satMod val="160000"/>
                  </a:schemeClr>
                </a:gs>
                <a:gs pos="50000">
                  <a:schemeClr val="tx2">
                    <a:lumMod val="25000"/>
                    <a:lumOff val="75000"/>
                    <a:tint val="44500"/>
                    <a:satMod val="160000"/>
                  </a:schemeClr>
                </a:gs>
                <a:gs pos="100000">
                  <a:schemeClr val="tx2">
                    <a:lumMod val="25000"/>
                    <a:lumOff val="75000"/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7B91551-CFC0-4BDE-B1B6-DEF71E18B928}"/>
                </a:ext>
              </a:extLst>
            </p:cNvPr>
            <p:cNvSpPr/>
            <p:nvPr/>
          </p:nvSpPr>
          <p:spPr>
            <a:xfrm>
              <a:off x="7575724" y="5257801"/>
              <a:ext cx="1328432" cy="933137"/>
            </a:xfrm>
            <a:custGeom>
              <a:avLst/>
              <a:gdLst>
                <a:gd name="connsiteX0" fmla="*/ 1058612 w 1328432"/>
                <a:gd name="connsiteY0" fmla="*/ 0 h 933137"/>
                <a:gd name="connsiteX1" fmla="*/ 1273861 w 1328432"/>
                <a:gd name="connsiteY1" fmla="*/ 21699 h 933137"/>
                <a:gd name="connsiteX2" fmla="*/ 1328432 w 1328432"/>
                <a:gd name="connsiteY2" fmla="*/ 35731 h 933137"/>
                <a:gd name="connsiteX3" fmla="*/ 1328432 w 1328432"/>
                <a:gd name="connsiteY3" fmla="*/ 408471 h 933137"/>
                <a:gd name="connsiteX4" fmla="*/ 803766 w 1328432"/>
                <a:gd name="connsiteY4" fmla="*/ 933137 h 933137"/>
                <a:gd name="connsiteX5" fmla="*/ 0 w 1328432"/>
                <a:gd name="connsiteY5" fmla="*/ 933137 h 933137"/>
                <a:gd name="connsiteX6" fmla="*/ 12261 w 1328432"/>
                <a:gd name="connsiteY6" fmla="*/ 852801 h 933137"/>
                <a:gd name="connsiteX7" fmla="*/ 1058612 w 1328432"/>
                <a:gd name="connsiteY7" fmla="*/ 0 h 933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8432" h="933137">
                  <a:moveTo>
                    <a:pt x="1058612" y="0"/>
                  </a:moveTo>
                  <a:cubicBezTo>
                    <a:pt x="1132345" y="0"/>
                    <a:pt x="1204334" y="7472"/>
                    <a:pt x="1273861" y="21699"/>
                  </a:cubicBezTo>
                  <a:lnTo>
                    <a:pt x="1328432" y="35731"/>
                  </a:lnTo>
                  <a:lnTo>
                    <a:pt x="1328432" y="408471"/>
                  </a:lnTo>
                  <a:cubicBezTo>
                    <a:pt x="1328432" y="698236"/>
                    <a:pt x="1093531" y="933137"/>
                    <a:pt x="803766" y="933137"/>
                  </a:cubicBezTo>
                  <a:lnTo>
                    <a:pt x="0" y="933137"/>
                  </a:lnTo>
                  <a:lnTo>
                    <a:pt x="12261" y="852801"/>
                  </a:lnTo>
                  <a:cubicBezTo>
                    <a:pt x="111853" y="366108"/>
                    <a:pt x="542478" y="0"/>
                    <a:pt x="105861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332A06D-1621-413F-BE6C-9EDD9A897F21}"/>
                </a:ext>
              </a:extLst>
            </p:cNvPr>
            <p:cNvSpPr/>
            <p:nvPr/>
          </p:nvSpPr>
          <p:spPr>
            <a:xfrm>
              <a:off x="2863120" y="5388962"/>
              <a:ext cx="1146748" cy="801976"/>
            </a:xfrm>
            <a:custGeom>
              <a:avLst/>
              <a:gdLst>
                <a:gd name="connsiteX0" fmla="*/ 573374 w 1146748"/>
                <a:gd name="connsiteY0" fmla="*/ 0 h 801976"/>
                <a:gd name="connsiteX1" fmla="*/ 1146748 w 1146748"/>
                <a:gd name="connsiteY1" fmla="*/ 573374 h 801976"/>
                <a:gd name="connsiteX2" fmla="*/ 1101689 w 1146748"/>
                <a:gd name="connsiteY2" fmla="*/ 796557 h 801976"/>
                <a:gd name="connsiteX3" fmla="*/ 1098748 w 1146748"/>
                <a:gd name="connsiteY3" fmla="*/ 801976 h 801976"/>
                <a:gd name="connsiteX4" fmla="*/ 48000 w 1146748"/>
                <a:gd name="connsiteY4" fmla="*/ 801976 h 801976"/>
                <a:gd name="connsiteX5" fmla="*/ 45059 w 1146748"/>
                <a:gd name="connsiteY5" fmla="*/ 796557 h 801976"/>
                <a:gd name="connsiteX6" fmla="*/ 0 w 1146748"/>
                <a:gd name="connsiteY6" fmla="*/ 573374 h 801976"/>
                <a:gd name="connsiteX7" fmla="*/ 573374 w 1146748"/>
                <a:gd name="connsiteY7" fmla="*/ 0 h 801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6748" h="801976">
                  <a:moveTo>
                    <a:pt x="573374" y="0"/>
                  </a:moveTo>
                  <a:cubicBezTo>
                    <a:pt x="890040" y="0"/>
                    <a:pt x="1146748" y="256708"/>
                    <a:pt x="1146748" y="573374"/>
                  </a:cubicBezTo>
                  <a:cubicBezTo>
                    <a:pt x="1146748" y="652541"/>
                    <a:pt x="1130704" y="727960"/>
                    <a:pt x="1101689" y="796557"/>
                  </a:cubicBezTo>
                  <a:lnTo>
                    <a:pt x="1098748" y="801976"/>
                  </a:lnTo>
                  <a:lnTo>
                    <a:pt x="48000" y="801976"/>
                  </a:lnTo>
                  <a:lnTo>
                    <a:pt x="45059" y="796557"/>
                  </a:lnTo>
                  <a:cubicBezTo>
                    <a:pt x="16044" y="727960"/>
                    <a:pt x="0" y="652541"/>
                    <a:pt x="0" y="573374"/>
                  </a:cubicBezTo>
                  <a:cubicBezTo>
                    <a:pt x="0" y="256708"/>
                    <a:pt x="256708" y="0"/>
                    <a:pt x="57337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B982118-1D50-4D4E-BC84-BB7A3FBA30A2}"/>
                </a:ext>
              </a:extLst>
            </p:cNvPr>
            <p:cNvSpPr/>
            <p:nvPr/>
          </p:nvSpPr>
          <p:spPr>
            <a:xfrm>
              <a:off x="1558976" y="3043003"/>
              <a:ext cx="7345180" cy="3147935"/>
            </a:xfrm>
            <a:custGeom>
              <a:avLst/>
              <a:gdLst>
                <a:gd name="connsiteX0" fmla="*/ 866723 w 7345180"/>
                <a:gd name="connsiteY0" fmla="*/ 0 h 3147935"/>
                <a:gd name="connsiteX1" fmla="*/ 3355796 w 7345180"/>
                <a:gd name="connsiteY1" fmla="*/ 0 h 3147935"/>
                <a:gd name="connsiteX2" fmla="*/ 3381769 w 7345180"/>
                <a:gd name="connsiteY2" fmla="*/ 70962 h 3147935"/>
                <a:gd name="connsiteX3" fmla="*/ 4365886 w 7345180"/>
                <a:gd name="connsiteY3" fmla="*/ 723279 h 3147935"/>
                <a:gd name="connsiteX4" fmla="*/ 5350003 w 7345180"/>
                <a:gd name="connsiteY4" fmla="*/ 70962 h 3147935"/>
                <a:gd name="connsiteX5" fmla="*/ 5375976 w 7345180"/>
                <a:gd name="connsiteY5" fmla="*/ 0 h 3147935"/>
                <a:gd name="connsiteX6" fmla="*/ 6820514 w 7345180"/>
                <a:gd name="connsiteY6" fmla="*/ 0 h 3147935"/>
                <a:gd name="connsiteX7" fmla="*/ 7345180 w 7345180"/>
                <a:gd name="connsiteY7" fmla="*/ 524666 h 3147935"/>
                <a:gd name="connsiteX8" fmla="*/ 7345180 w 7345180"/>
                <a:gd name="connsiteY8" fmla="*/ 2250529 h 3147935"/>
                <a:gd name="connsiteX9" fmla="*/ 7290609 w 7345180"/>
                <a:gd name="connsiteY9" fmla="*/ 2236497 h 3147935"/>
                <a:gd name="connsiteX10" fmla="*/ 7075360 w 7345180"/>
                <a:gd name="connsiteY10" fmla="*/ 2214798 h 3147935"/>
                <a:gd name="connsiteX11" fmla="*/ 6029009 w 7345180"/>
                <a:gd name="connsiteY11" fmla="*/ 3067599 h 3147935"/>
                <a:gd name="connsiteX12" fmla="*/ 6016748 w 7345180"/>
                <a:gd name="connsiteY12" fmla="*/ 3147935 h 3147935"/>
                <a:gd name="connsiteX13" fmla="*/ 2402892 w 7345180"/>
                <a:gd name="connsiteY13" fmla="*/ 3147935 h 3147935"/>
                <a:gd name="connsiteX14" fmla="*/ 2405833 w 7345180"/>
                <a:gd name="connsiteY14" fmla="*/ 3142516 h 3147935"/>
                <a:gd name="connsiteX15" fmla="*/ 2450892 w 7345180"/>
                <a:gd name="connsiteY15" fmla="*/ 2919333 h 3147935"/>
                <a:gd name="connsiteX16" fmla="*/ 1877518 w 7345180"/>
                <a:gd name="connsiteY16" fmla="*/ 2345959 h 3147935"/>
                <a:gd name="connsiteX17" fmla="*/ 1304144 w 7345180"/>
                <a:gd name="connsiteY17" fmla="*/ 2919333 h 3147935"/>
                <a:gd name="connsiteX18" fmla="*/ 1349203 w 7345180"/>
                <a:gd name="connsiteY18" fmla="*/ 3142516 h 3147935"/>
                <a:gd name="connsiteX19" fmla="*/ 1352144 w 7345180"/>
                <a:gd name="connsiteY19" fmla="*/ 3147935 h 3147935"/>
                <a:gd name="connsiteX20" fmla="*/ 524666 w 7345180"/>
                <a:gd name="connsiteY20" fmla="*/ 3147935 h 3147935"/>
                <a:gd name="connsiteX21" fmla="*/ 0 w 7345180"/>
                <a:gd name="connsiteY21" fmla="*/ 2623269 h 3147935"/>
                <a:gd name="connsiteX22" fmla="*/ 0 w 7345180"/>
                <a:gd name="connsiteY22" fmla="*/ 585881 h 3147935"/>
                <a:gd name="connsiteX23" fmla="*/ 80366 w 7345180"/>
                <a:gd name="connsiteY23" fmla="*/ 629501 h 3147935"/>
                <a:gd name="connsiteX24" fmla="*/ 303549 w 7345180"/>
                <a:gd name="connsiteY24" fmla="*/ 674560 h 3147935"/>
                <a:gd name="connsiteX25" fmla="*/ 876923 w 7345180"/>
                <a:gd name="connsiteY25" fmla="*/ 101186 h 3147935"/>
                <a:gd name="connsiteX26" fmla="*/ 866723 w 7345180"/>
                <a:gd name="connsiteY26" fmla="*/ 0 h 3147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345180" h="3147935">
                  <a:moveTo>
                    <a:pt x="866723" y="0"/>
                  </a:moveTo>
                  <a:lnTo>
                    <a:pt x="3355796" y="0"/>
                  </a:lnTo>
                  <a:lnTo>
                    <a:pt x="3381769" y="70962"/>
                  </a:lnTo>
                  <a:cubicBezTo>
                    <a:pt x="3543908" y="454302"/>
                    <a:pt x="3923485" y="723279"/>
                    <a:pt x="4365886" y="723279"/>
                  </a:cubicBezTo>
                  <a:cubicBezTo>
                    <a:pt x="4808287" y="723279"/>
                    <a:pt x="5187865" y="454302"/>
                    <a:pt x="5350003" y="70962"/>
                  </a:cubicBezTo>
                  <a:lnTo>
                    <a:pt x="5375976" y="0"/>
                  </a:lnTo>
                  <a:lnTo>
                    <a:pt x="6820514" y="0"/>
                  </a:lnTo>
                  <a:cubicBezTo>
                    <a:pt x="7110279" y="0"/>
                    <a:pt x="7345180" y="234901"/>
                    <a:pt x="7345180" y="524666"/>
                  </a:cubicBezTo>
                  <a:lnTo>
                    <a:pt x="7345180" y="2250529"/>
                  </a:lnTo>
                  <a:lnTo>
                    <a:pt x="7290609" y="2236497"/>
                  </a:lnTo>
                  <a:cubicBezTo>
                    <a:pt x="7221082" y="2222270"/>
                    <a:pt x="7149093" y="2214798"/>
                    <a:pt x="7075360" y="2214798"/>
                  </a:cubicBezTo>
                  <a:cubicBezTo>
                    <a:pt x="6559226" y="2214798"/>
                    <a:pt x="6128601" y="2580906"/>
                    <a:pt x="6029009" y="3067599"/>
                  </a:cubicBezTo>
                  <a:lnTo>
                    <a:pt x="6016748" y="3147935"/>
                  </a:lnTo>
                  <a:lnTo>
                    <a:pt x="2402892" y="3147935"/>
                  </a:lnTo>
                  <a:lnTo>
                    <a:pt x="2405833" y="3142516"/>
                  </a:lnTo>
                  <a:cubicBezTo>
                    <a:pt x="2434848" y="3073919"/>
                    <a:pt x="2450892" y="2998500"/>
                    <a:pt x="2450892" y="2919333"/>
                  </a:cubicBezTo>
                  <a:cubicBezTo>
                    <a:pt x="2450892" y="2602667"/>
                    <a:pt x="2194184" y="2345959"/>
                    <a:pt x="1877518" y="2345959"/>
                  </a:cubicBezTo>
                  <a:cubicBezTo>
                    <a:pt x="1560852" y="2345959"/>
                    <a:pt x="1304144" y="2602667"/>
                    <a:pt x="1304144" y="2919333"/>
                  </a:cubicBezTo>
                  <a:cubicBezTo>
                    <a:pt x="1304144" y="2998500"/>
                    <a:pt x="1320188" y="3073919"/>
                    <a:pt x="1349203" y="3142516"/>
                  </a:cubicBezTo>
                  <a:lnTo>
                    <a:pt x="1352144" y="3147935"/>
                  </a:lnTo>
                  <a:lnTo>
                    <a:pt x="524666" y="3147935"/>
                  </a:lnTo>
                  <a:cubicBezTo>
                    <a:pt x="234901" y="3147935"/>
                    <a:pt x="0" y="2913034"/>
                    <a:pt x="0" y="2623269"/>
                  </a:cubicBezTo>
                  <a:lnTo>
                    <a:pt x="0" y="585881"/>
                  </a:lnTo>
                  <a:lnTo>
                    <a:pt x="80366" y="629501"/>
                  </a:lnTo>
                  <a:cubicBezTo>
                    <a:pt x="148963" y="658516"/>
                    <a:pt x="224383" y="674560"/>
                    <a:pt x="303549" y="674560"/>
                  </a:cubicBezTo>
                  <a:cubicBezTo>
                    <a:pt x="620215" y="674560"/>
                    <a:pt x="876923" y="417852"/>
                    <a:pt x="876923" y="101186"/>
                  </a:cubicBezTo>
                  <a:lnTo>
                    <a:pt x="86672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6460C3C-ABC5-498E-ABD9-403C687E538B}"/>
                </a:ext>
              </a:extLst>
            </p:cNvPr>
            <p:cNvSpPr/>
            <p:nvPr/>
          </p:nvSpPr>
          <p:spPr>
            <a:xfrm>
              <a:off x="1693889" y="4189750"/>
              <a:ext cx="614596" cy="614596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3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3">
                    <a:lumMod val="40000"/>
                    <a:lumOff val="6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BB4ADBB-376F-4FD9-8101-A13FB9127BF9}"/>
                </a:ext>
              </a:extLst>
            </p:cNvPr>
            <p:cNvSpPr/>
            <p:nvPr/>
          </p:nvSpPr>
          <p:spPr>
            <a:xfrm>
              <a:off x="5606327" y="5396457"/>
              <a:ext cx="539646" cy="539646"/>
            </a:xfrm>
            <a:prstGeom prst="ellipse">
              <a:avLst/>
            </a:prstGeom>
            <a:gradFill flip="none" rotWithShape="1">
              <a:gsLst>
                <a:gs pos="0">
                  <a:srgbClr val="C6AE2C">
                    <a:tint val="66000"/>
                    <a:satMod val="160000"/>
                  </a:srgbClr>
                </a:gs>
                <a:gs pos="50000">
                  <a:srgbClr val="C6AE2C">
                    <a:tint val="44500"/>
                    <a:satMod val="160000"/>
                  </a:srgbClr>
                </a:gs>
                <a:gs pos="100000">
                  <a:srgbClr val="C6AE2C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C99DC98-583D-421E-8108-17DAE73D6894}"/>
                </a:ext>
              </a:extLst>
            </p:cNvPr>
            <p:cNvSpPr/>
            <p:nvPr/>
          </p:nvSpPr>
          <p:spPr>
            <a:xfrm>
              <a:off x="8020757" y="3177916"/>
              <a:ext cx="539646" cy="53964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5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5">
                    <a:lumMod val="40000"/>
                    <a:lumOff val="60000"/>
                    <a:tint val="23500"/>
                    <a:satMod val="16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DE317B-883E-4823-A442-075ADC81C826}"/>
              </a:ext>
            </a:extLst>
          </p:cNvPr>
          <p:cNvSpPr/>
          <p:nvPr/>
        </p:nvSpPr>
        <p:spPr>
          <a:xfrm>
            <a:off x="1481726" y="3800189"/>
            <a:ext cx="7390342" cy="16978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Please note: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this PDF is copyrighted by blossomings.github.io and is for personal use only. Please do not upload it to any other website, socials or file-sharing service. Thanks! 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4E9505C3-357A-4649-8E31-5F1E27B37ABE}"/>
              </a:ext>
            </a:extLst>
          </p:cNvPr>
          <p:cNvSpPr txBox="1"/>
          <p:nvPr/>
        </p:nvSpPr>
        <p:spPr>
          <a:xfrm rot="16200000">
            <a:off x="-871847" y="3787491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CE89CE0-03A3-4810-B19E-D874DC4B61D8}"/>
              </a:ext>
            </a:extLst>
          </p:cNvPr>
          <p:cNvSpPr txBox="1"/>
          <p:nvPr/>
        </p:nvSpPr>
        <p:spPr>
          <a:xfrm>
            <a:off x="5550450" y="280464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E59F75E-EE46-4962-A3A3-C05EA530B945}"/>
              </a:ext>
            </a:extLst>
          </p:cNvPr>
          <p:cNvSpPr txBox="1"/>
          <p:nvPr/>
        </p:nvSpPr>
        <p:spPr>
          <a:xfrm>
            <a:off x="5510214" y="5482045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7612982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606</TotalTime>
  <Words>158</Words>
  <Application>Microsoft Office PowerPoint</Application>
  <PresentationFormat>Custom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Light</vt:lpstr>
      <vt:lpstr>Teaching Print Dotted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134</cp:revision>
  <dcterms:created xsi:type="dcterms:W3CDTF">2025-02-18T12:00:50Z</dcterms:created>
  <dcterms:modified xsi:type="dcterms:W3CDTF">2025-04-12T14:48:14Z</dcterms:modified>
</cp:coreProperties>
</file>