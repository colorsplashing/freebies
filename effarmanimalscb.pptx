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525"/>
    <a:srgbClr val="BF31AB"/>
    <a:srgbClr val="C6A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6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2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43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51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6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2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0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54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0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1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27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4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1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ico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ico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ico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ico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ico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5BB9B4C-94EA-432D-AD60-61172B03E7A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2525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0F9ED5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96B24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Coloring Book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16F69-A1DD-4EDC-BDAC-5EEF5F4D83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63" r="19356" b="6232"/>
          <a:stretch/>
        </p:blipFill>
        <p:spPr>
          <a:xfrm flipH="1">
            <a:off x="254080" y="2035281"/>
            <a:ext cx="3368696" cy="4500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367FA5-EA91-47E3-8AEA-C83041CFE2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10" t="7512" r="24480" b="7512"/>
          <a:stretch/>
        </p:blipFill>
        <p:spPr>
          <a:xfrm>
            <a:off x="3622776" y="2522741"/>
            <a:ext cx="3005579" cy="5096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344AB2-5ADC-4CCD-A3C9-B240AD064E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512" t="2137" r="22614" b="6231"/>
          <a:stretch/>
        </p:blipFill>
        <p:spPr>
          <a:xfrm>
            <a:off x="6959645" y="2009144"/>
            <a:ext cx="2709136" cy="44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2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7BCDA-B3A4-4423-92B1-14B3B4D28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7812"/>
            <a:ext cx="5996160" cy="59961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74F22DC-675C-4670-8F76-2072046179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47" t="7958" r="23906" b="10393"/>
          <a:stretch/>
        </p:blipFill>
        <p:spPr>
          <a:xfrm>
            <a:off x="5374266" y="399685"/>
            <a:ext cx="4601821" cy="70167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91" y="3871097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152608" y="399685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Chicken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56048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8A38BC-6446-4E73-B952-03E3667597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76" t="12951" r="26000" b="4689"/>
          <a:stretch/>
        </p:blipFill>
        <p:spPr>
          <a:xfrm>
            <a:off x="1119586" y="2533338"/>
            <a:ext cx="3306859" cy="51953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975E8C-7B65-4945-8EA0-85010FAF5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66" t="14301" r="27643" b="5142"/>
          <a:stretch/>
        </p:blipFill>
        <p:spPr>
          <a:xfrm>
            <a:off x="5389256" y="498795"/>
            <a:ext cx="4486554" cy="72298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91" y="3871097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950666" y="583852"/>
            <a:ext cx="3894736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Duck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82810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54FCE8-AA9C-43DF-B955-F5442639D1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4" t="4842" r="24140" b="6933"/>
          <a:stretch/>
        </p:blipFill>
        <p:spPr bwMode="auto">
          <a:xfrm>
            <a:off x="1577431" y="2318068"/>
            <a:ext cx="3071606" cy="541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2DF6BE7-84C8-4E96-91BC-2DF0F2C27E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10" t="7512" r="24480" b="7512"/>
          <a:stretch/>
        </p:blipFill>
        <p:spPr>
          <a:xfrm>
            <a:off x="5559696" y="267925"/>
            <a:ext cx="4449373" cy="75452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905696" y="399685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Goose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26738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5C3CB-2701-4675-9974-528C761C51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31" t="12549" r="10945" b="10897"/>
          <a:stretch/>
        </p:blipFill>
        <p:spPr>
          <a:xfrm>
            <a:off x="5953698" y="3172964"/>
            <a:ext cx="2867878" cy="29263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A7709A-C4B0-4F13-84A2-0799B9E48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50" t="8839" r="9373" b="7565"/>
          <a:stretch/>
        </p:blipFill>
        <p:spPr>
          <a:xfrm>
            <a:off x="4277818" y="1474378"/>
            <a:ext cx="5780582" cy="611859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5AF0778-73E0-446F-B86B-62F15FAF6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160" y="4013061"/>
            <a:ext cx="2086225" cy="2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DA154B-0ACA-4724-A8F1-CE6D356334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642" t="7798" r="8426" b="4939"/>
          <a:stretch/>
        </p:blipFill>
        <p:spPr>
          <a:xfrm>
            <a:off x="702969" y="3296419"/>
            <a:ext cx="3755951" cy="41004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85080" y="850356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Turkey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86672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BFC1C8-4E0E-41D2-ABBA-19C90206B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2" t="6558" r="18659" b="21311"/>
          <a:stretch/>
        </p:blipFill>
        <p:spPr>
          <a:xfrm>
            <a:off x="4206787" y="1277571"/>
            <a:ext cx="5851613" cy="64510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C8A44-2844-4955-A1DF-58FC1C3590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19" t="5296" r="17082" b="20688"/>
          <a:stretch/>
        </p:blipFill>
        <p:spPr>
          <a:xfrm>
            <a:off x="75587" y="2572901"/>
            <a:ext cx="4424329" cy="49542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85080" y="440572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Sheep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2435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DBC23F-024C-4B6D-AF91-8EA1C4DE04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59" t="14140" r="14721" b="15355"/>
          <a:stretch/>
        </p:blipFill>
        <p:spPr>
          <a:xfrm>
            <a:off x="149922" y="3284208"/>
            <a:ext cx="4242196" cy="42233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BEF0BC-149B-4047-9C1A-7987B668DC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28" t="13429" r="15220" b="15558"/>
          <a:stretch/>
        </p:blipFill>
        <p:spPr>
          <a:xfrm>
            <a:off x="4197246" y="1663984"/>
            <a:ext cx="5861154" cy="60450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85080" y="440572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Goat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4239419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19BB5C6-EC4A-4C9C-863A-47B271DC3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8" t="6260" r="11742" b="4639"/>
          <a:stretch/>
        </p:blipFill>
        <p:spPr bwMode="auto">
          <a:xfrm>
            <a:off x="0" y="2338946"/>
            <a:ext cx="4377128" cy="509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65E7C5-CACD-4676-BFC6-3BEC283E9A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81" t="7971" r="13259" b="5668"/>
          <a:stretch/>
        </p:blipFill>
        <p:spPr>
          <a:xfrm>
            <a:off x="4243989" y="850356"/>
            <a:ext cx="5756223" cy="67123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85080" y="440572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Cow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42901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CEC295-17FE-4F12-ADF8-58DEA53B3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06" t="12732" r="15670" b="13184"/>
          <a:stretch/>
        </p:blipFill>
        <p:spPr>
          <a:xfrm>
            <a:off x="3942413" y="1220933"/>
            <a:ext cx="6115987" cy="65077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959370" y="440572"/>
            <a:ext cx="455099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Pig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275FA6-5756-435E-8617-DE06652B8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97283" y="631749"/>
            <a:ext cx="2721052" cy="2721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B0A6B7-74E6-4E25-8F5B-22DEFF7930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197" t="10436" r="14310" b="10459"/>
          <a:stretch/>
        </p:blipFill>
        <p:spPr>
          <a:xfrm>
            <a:off x="125307" y="2887396"/>
            <a:ext cx="4301138" cy="475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2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21EB3A-BDCA-4DDB-88CC-A3B62BCC7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75" t="1885" r="22931" b="5000"/>
          <a:stretch/>
        </p:blipFill>
        <p:spPr>
          <a:xfrm>
            <a:off x="1077622" y="2374862"/>
            <a:ext cx="3222885" cy="53215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E0FA39-B85B-4B28-A949-D97E33C587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12" t="2137" r="22614" b="6231"/>
          <a:stretch/>
        </p:blipFill>
        <p:spPr>
          <a:xfrm>
            <a:off x="5631953" y="755610"/>
            <a:ext cx="4232306" cy="69407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89548" y="440572"/>
            <a:ext cx="48208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Rabbit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229948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1AE5F-1BEC-458C-B944-2BA99FF1EE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45" t="5296" r="21581"/>
          <a:stretch/>
        </p:blipFill>
        <p:spPr>
          <a:xfrm>
            <a:off x="1130208" y="2360074"/>
            <a:ext cx="3490437" cy="54123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BCE35E-FB1B-47F6-A2B5-9FF99DCB5E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67" t="4420" r="21272"/>
          <a:stretch/>
        </p:blipFill>
        <p:spPr>
          <a:xfrm>
            <a:off x="5385815" y="755610"/>
            <a:ext cx="4498455" cy="69730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89548" y="440572"/>
            <a:ext cx="48208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Horse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029924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E85CE2-69E9-4EB8-9E08-25874D3D01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94" t="152" r="18449"/>
          <a:stretch/>
        </p:blipFill>
        <p:spPr>
          <a:xfrm>
            <a:off x="785050" y="2383436"/>
            <a:ext cx="3774321" cy="5341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D214CA-944E-4636-9A16-E8ACB36187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63" r="19356" b="6232"/>
          <a:stretch/>
        </p:blipFill>
        <p:spPr>
          <a:xfrm>
            <a:off x="5029200" y="1005064"/>
            <a:ext cx="5029200" cy="67194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790689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1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26892" y="399685"/>
            <a:ext cx="533649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Donkey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8BB1A-99A0-48D2-B8F4-E2E58BBC82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298" t="7971" r="15533" b="2990"/>
          <a:stretch/>
        </p:blipFill>
        <p:spPr>
          <a:xfrm>
            <a:off x="4383214" y="3048291"/>
            <a:ext cx="2254296" cy="3128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EC406A-2DC6-46D8-A334-F84379C42CC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727" r="13738"/>
          <a:stretch/>
        </p:blipFill>
        <p:spPr>
          <a:xfrm>
            <a:off x="3358249" y="3048291"/>
            <a:ext cx="2109926" cy="30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9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4F22DC-675C-4670-8F76-2072046179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47" t="7958" r="23906" b="10393"/>
          <a:stretch/>
        </p:blipFill>
        <p:spPr>
          <a:xfrm>
            <a:off x="131815" y="261178"/>
            <a:ext cx="4897385" cy="74674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467425" y="342453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257586" y="2771497"/>
            <a:ext cx="603398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Chicken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789019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975E8C-7B65-4945-8EA0-85010FAF5F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66" t="14301" r="27643" b="5142"/>
          <a:stretch/>
        </p:blipFill>
        <p:spPr>
          <a:xfrm flipH="1">
            <a:off x="487472" y="30520"/>
            <a:ext cx="4804302" cy="77418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659713" y="342453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163664" y="2662788"/>
            <a:ext cx="3894736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Duck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2CC97-4BCA-4D35-B775-BB5330BB1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9FE0B7-23CC-4760-A3E2-194510D4A5A2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916631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DF6BE7-84C8-4E96-91BC-2DF0F2C27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10" t="7512" r="24480" b="7512"/>
          <a:stretch/>
        </p:blipFill>
        <p:spPr>
          <a:xfrm>
            <a:off x="449705" y="0"/>
            <a:ext cx="4579495" cy="776591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810820" y="397157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833118" y="2662788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Goose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090B7-C1B4-45D1-942C-E3AEBDA5A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FC6311-5140-4B31-9E9F-3324C5F53B63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097059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7709A-C4B0-4F13-84A2-0799B9E480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50" t="8839" r="9373" b="7565"/>
          <a:stretch/>
        </p:blipFill>
        <p:spPr>
          <a:xfrm>
            <a:off x="0" y="596197"/>
            <a:ext cx="6684999" cy="70758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949064" y="451567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393249" y="3264677"/>
            <a:ext cx="3710159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Turkey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804AB0-43B6-4BE2-94AD-13528F7AD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59E44-1D8E-4EC9-A12E-B63239ECAD89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416048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BFC1C8-4E0E-41D2-ABBA-19C90206B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2" t="6558" r="18659" b="21311"/>
          <a:stretch/>
        </p:blipFill>
        <p:spPr>
          <a:xfrm>
            <a:off x="-125371" y="43760"/>
            <a:ext cx="6896948" cy="76034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1728354" y="40007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936372" y="3543536"/>
            <a:ext cx="385220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2800" dirty="0">
                <a:solidFill>
                  <a:prstClr val="black"/>
                </a:solidFill>
                <a:latin typeface="Teaching Print Dotted" pitchFamily="50" charset="0"/>
              </a:rPr>
              <a:t>Sheep</a:t>
            </a:r>
            <a:endParaRPr lang="en-US" sz="128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EAA66-61BD-46BC-8694-7E1C44189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4D74FE-561B-4A57-930B-7D91670085A8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289956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BEF0BC-149B-4047-9C1A-7987B668D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28" t="13429" r="15220" b="15558"/>
          <a:stretch/>
        </p:blipFill>
        <p:spPr>
          <a:xfrm flipH="1">
            <a:off x="0" y="176839"/>
            <a:ext cx="7364474" cy="75955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1593443" y="379331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741499" y="3203382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Goat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65B93-F2F7-4C72-A991-8F4DD5DCF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4A054-DFC6-4424-B589-4AA80D4C9162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774870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65E7C5-CACD-4676-BFC6-3BEC283E9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81" t="7971" r="13259" b="5668"/>
          <a:stretch/>
        </p:blipFill>
        <p:spPr>
          <a:xfrm>
            <a:off x="0" y="111821"/>
            <a:ext cx="6473535" cy="75487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1546700" y="429190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631953" y="3149076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Cow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A9039-2DC8-4AAC-B84A-C4F8A4499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D13CC0-E277-4192-9C8E-EE8DB147E2A1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2019202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CEC295-17FE-4F12-ADF8-58DEA53B3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06" t="12732" r="15670" b="13184"/>
          <a:stretch/>
        </p:blipFill>
        <p:spPr>
          <a:xfrm>
            <a:off x="0" y="403523"/>
            <a:ext cx="6925321" cy="73688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1848276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790544" y="3108821"/>
            <a:ext cx="455099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Pig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5D979-9D6D-4F3E-ADD3-49B3D1BF4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10A0D3-0093-4637-A8A3-7EFE55496A9C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842285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E0FA39-B85B-4B28-A949-D97E33C587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12" t="2137" r="22614" b="6231"/>
          <a:stretch/>
        </p:blipFill>
        <p:spPr>
          <a:xfrm>
            <a:off x="370404" y="88460"/>
            <a:ext cx="4658795" cy="76401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29141" y="415819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142646" y="2855923"/>
            <a:ext cx="48208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Rabbit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A8DDD3-0540-4E7C-AF36-179EC4E56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679EFD-8663-43E7-81F5-3491A53D8EBE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416781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CE35E-FB1B-47F6-A2B5-9FF99DCB5E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7" t="7215" r="21272"/>
          <a:stretch/>
        </p:blipFill>
        <p:spPr>
          <a:xfrm>
            <a:off x="0" y="149902"/>
            <a:ext cx="5086064" cy="76533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535387" y="41259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029199" y="2662788"/>
            <a:ext cx="48208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Horse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A450F-C748-43A9-A217-B013B9707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5BDB92-202D-441F-8001-F564E434A4A1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857237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D214CA-944E-4636-9A16-E8ACB3618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63" r="19356" b="6232"/>
          <a:stretch/>
        </p:blipFill>
        <p:spPr>
          <a:xfrm flipH="1">
            <a:off x="292308" y="0"/>
            <a:ext cx="5594736" cy="74751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6375878">
            <a:off x="1095984" y="357667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1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15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15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15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15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15000"/>
                  </a:schemeClr>
                </a:solidFill>
              </a:rPr>
              <a:t>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721902" y="2662788"/>
            <a:ext cx="533649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5300" dirty="0">
                <a:solidFill>
                  <a:prstClr val="black"/>
                </a:solidFill>
                <a:latin typeface="Teaching Print Dotted" pitchFamily="50" charset="0"/>
              </a:rPr>
              <a:t>Donkey</a:t>
            </a:r>
            <a:endParaRPr lang="en-US" sz="153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3973A-2CE6-4A31-BA63-648B193F8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77" y="718235"/>
            <a:ext cx="1205508" cy="71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B83FAF-D2A5-4CA2-B2F5-5E98B8E60C6E}"/>
              </a:ext>
            </a:extLst>
          </p:cNvPr>
          <p:cNvSpPr txBox="1"/>
          <p:nvPr/>
        </p:nvSpPr>
        <p:spPr>
          <a:xfrm>
            <a:off x="6492781" y="129399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812392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72" y="525903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3" y="1325961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5BCA49-43C1-4E2D-9D9E-DD2D01979AE0}"/>
              </a:ext>
            </a:extLst>
          </p:cNvPr>
          <p:cNvGrpSpPr/>
          <p:nvPr/>
        </p:nvGrpSpPr>
        <p:grpSpPr>
          <a:xfrm>
            <a:off x="592111" y="2747510"/>
            <a:ext cx="8874178" cy="3803220"/>
            <a:chOff x="1558976" y="3043003"/>
            <a:chExt cx="7345180" cy="3147935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A355FE-8E27-41D2-A3C0-1EDE8978571B}"/>
                </a:ext>
              </a:extLst>
            </p:cNvPr>
            <p:cNvSpPr/>
            <p:nvPr/>
          </p:nvSpPr>
          <p:spPr>
            <a:xfrm>
              <a:off x="1558977" y="3043003"/>
              <a:ext cx="876923" cy="674560"/>
            </a:xfrm>
            <a:custGeom>
              <a:avLst/>
              <a:gdLst>
                <a:gd name="connsiteX0" fmla="*/ 524666 w 876923"/>
                <a:gd name="connsiteY0" fmla="*/ 0 h 674560"/>
                <a:gd name="connsiteX1" fmla="*/ 866723 w 876923"/>
                <a:gd name="connsiteY1" fmla="*/ 0 h 674560"/>
                <a:gd name="connsiteX2" fmla="*/ 876923 w 876923"/>
                <a:gd name="connsiteY2" fmla="*/ 101186 h 674560"/>
                <a:gd name="connsiteX3" fmla="*/ 303549 w 876923"/>
                <a:gd name="connsiteY3" fmla="*/ 674560 h 674560"/>
                <a:gd name="connsiteX4" fmla="*/ 80366 w 876923"/>
                <a:gd name="connsiteY4" fmla="*/ 629501 h 674560"/>
                <a:gd name="connsiteX5" fmla="*/ 0 w 876923"/>
                <a:gd name="connsiteY5" fmla="*/ 585881 h 674560"/>
                <a:gd name="connsiteX6" fmla="*/ 0 w 876923"/>
                <a:gd name="connsiteY6" fmla="*/ 524666 h 674560"/>
                <a:gd name="connsiteX7" fmla="*/ 524666 w 876923"/>
                <a:gd name="connsiteY7" fmla="*/ 0 h 67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923" h="674560">
                  <a:moveTo>
                    <a:pt x="524666" y="0"/>
                  </a:moveTo>
                  <a:lnTo>
                    <a:pt x="866723" y="0"/>
                  </a:lnTo>
                  <a:lnTo>
                    <a:pt x="876923" y="101186"/>
                  </a:lnTo>
                  <a:cubicBezTo>
                    <a:pt x="876923" y="417852"/>
                    <a:pt x="620215" y="674560"/>
                    <a:pt x="303549" y="674560"/>
                  </a:cubicBezTo>
                  <a:cubicBezTo>
                    <a:pt x="224383" y="674560"/>
                    <a:pt x="148963" y="658516"/>
                    <a:pt x="80366" y="629501"/>
                  </a:cubicBezTo>
                  <a:lnTo>
                    <a:pt x="0" y="585881"/>
                  </a:lnTo>
                  <a:lnTo>
                    <a:pt x="0" y="524666"/>
                  </a:lnTo>
                  <a:cubicBezTo>
                    <a:pt x="0" y="234901"/>
                    <a:pt x="234901" y="0"/>
                    <a:pt x="5246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02A85E5-AFB4-40C1-AF4D-892D11D355D3}"/>
                </a:ext>
              </a:extLst>
            </p:cNvPr>
            <p:cNvSpPr/>
            <p:nvPr/>
          </p:nvSpPr>
          <p:spPr>
            <a:xfrm>
              <a:off x="4914772" y="3043003"/>
              <a:ext cx="2020180" cy="723279"/>
            </a:xfrm>
            <a:custGeom>
              <a:avLst/>
              <a:gdLst>
                <a:gd name="connsiteX0" fmla="*/ 0 w 2020180"/>
                <a:gd name="connsiteY0" fmla="*/ 0 h 723279"/>
                <a:gd name="connsiteX1" fmla="*/ 2020180 w 2020180"/>
                <a:gd name="connsiteY1" fmla="*/ 0 h 723279"/>
                <a:gd name="connsiteX2" fmla="*/ 1994207 w 2020180"/>
                <a:gd name="connsiteY2" fmla="*/ 70962 h 723279"/>
                <a:gd name="connsiteX3" fmla="*/ 1010090 w 2020180"/>
                <a:gd name="connsiteY3" fmla="*/ 723279 h 723279"/>
                <a:gd name="connsiteX4" fmla="*/ 25973 w 2020180"/>
                <a:gd name="connsiteY4" fmla="*/ 70962 h 723279"/>
                <a:gd name="connsiteX5" fmla="*/ 0 w 2020180"/>
                <a:gd name="connsiteY5" fmla="*/ 0 h 723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0180" h="723279">
                  <a:moveTo>
                    <a:pt x="0" y="0"/>
                  </a:moveTo>
                  <a:lnTo>
                    <a:pt x="2020180" y="0"/>
                  </a:lnTo>
                  <a:lnTo>
                    <a:pt x="1994207" y="70962"/>
                  </a:lnTo>
                  <a:cubicBezTo>
                    <a:pt x="1832069" y="454302"/>
                    <a:pt x="1452491" y="723279"/>
                    <a:pt x="1010090" y="723279"/>
                  </a:cubicBezTo>
                  <a:cubicBezTo>
                    <a:pt x="567689" y="723279"/>
                    <a:pt x="188112" y="454302"/>
                    <a:pt x="25973" y="70962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25000"/>
                    <a:lumOff val="75000"/>
                    <a:tint val="66000"/>
                    <a:satMod val="160000"/>
                  </a:schemeClr>
                </a:gs>
                <a:gs pos="50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tx2">
                    <a:lumMod val="25000"/>
                    <a:lumOff val="75000"/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7B91551-CFC0-4BDE-B1B6-DEF71E18B928}"/>
                </a:ext>
              </a:extLst>
            </p:cNvPr>
            <p:cNvSpPr/>
            <p:nvPr/>
          </p:nvSpPr>
          <p:spPr>
            <a:xfrm>
              <a:off x="7575724" y="5257801"/>
              <a:ext cx="1328432" cy="933137"/>
            </a:xfrm>
            <a:custGeom>
              <a:avLst/>
              <a:gdLst>
                <a:gd name="connsiteX0" fmla="*/ 1058612 w 1328432"/>
                <a:gd name="connsiteY0" fmla="*/ 0 h 933137"/>
                <a:gd name="connsiteX1" fmla="*/ 1273861 w 1328432"/>
                <a:gd name="connsiteY1" fmla="*/ 21699 h 933137"/>
                <a:gd name="connsiteX2" fmla="*/ 1328432 w 1328432"/>
                <a:gd name="connsiteY2" fmla="*/ 35731 h 933137"/>
                <a:gd name="connsiteX3" fmla="*/ 1328432 w 1328432"/>
                <a:gd name="connsiteY3" fmla="*/ 408471 h 933137"/>
                <a:gd name="connsiteX4" fmla="*/ 803766 w 1328432"/>
                <a:gd name="connsiteY4" fmla="*/ 933137 h 933137"/>
                <a:gd name="connsiteX5" fmla="*/ 0 w 1328432"/>
                <a:gd name="connsiteY5" fmla="*/ 933137 h 933137"/>
                <a:gd name="connsiteX6" fmla="*/ 12261 w 1328432"/>
                <a:gd name="connsiteY6" fmla="*/ 852801 h 933137"/>
                <a:gd name="connsiteX7" fmla="*/ 1058612 w 1328432"/>
                <a:gd name="connsiteY7" fmla="*/ 0 h 933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8432" h="933137">
                  <a:moveTo>
                    <a:pt x="1058612" y="0"/>
                  </a:moveTo>
                  <a:cubicBezTo>
                    <a:pt x="1132345" y="0"/>
                    <a:pt x="1204334" y="7472"/>
                    <a:pt x="1273861" y="21699"/>
                  </a:cubicBezTo>
                  <a:lnTo>
                    <a:pt x="1328432" y="35731"/>
                  </a:lnTo>
                  <a:lnTo>
                    <a:pt x="1328432" y="408471"/>
                  </a:lnTo>
                  <a:cubicBezTo>
                    <a:pt x="1328432" y="698236"/>
                    <a:pt x="1093531" y="933137"/>
                    <a:pt x="803766" y="933137"/>
                  </a:cubicBezTo>
                  <a:lnTo>
                    <a:pt x="0" y="933137"/>
                  </a:lnTo>
                  <a:lnTo>
                    <a:pt x="12261" y="852801"/>
                  </a:lnTo>
                  <a:cubicBezTo>
                    <a:pt x="111853" y="366108"/>
                    <a:pt x="542478" y="0"/>
                    <a:pt x="10586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332A06D-1621-413F-BE6C-9EDD9A897F21}"/>
                </a:ext>
              </a:extLst>
            </p:cNvPr>
            <p:cNvSpPr/>
            <p:nvPr/>
          </p:nvSpPr>
          <p:spPr>
            <a:xfrm>
              <a:off x="2863120" y="5388962"/>
              <a:ext cx="1146748" cy="801976"/>
            </a:xfrm>
            <a:custGeom>
              <a:avLst/>
              <a:gdLst>
                <a:gd name="connsiteX0" fmla="*/ 573374 w 1146748"/>
                <a:gd name="connsiteY0" fmla="*/ 0 h 801976"/>
                <a:gd name="connsiteX1" fmla="*/ 1146748 w 1146748"/>
                <a:gd name="connsiteY1" fmla="*/ 573374 h 801976"/>
                <a:gd name="connsiteX2" fmla="*/ 1101689 w 1146748"/>
                <a:gd name="connsiteY2" fmla="*/ 796557 h 801976"/>
                <a:gd name="connsiteX3" fmla="*/ 1098748 w 1146748"/>
                <a:gd name="connsiteY3" fmla="*/ 801976 h 801976"/>
                <a:gd name="connsiteX4" fmla="*/ 48000 w 1146748"/>
                <a:gd name="connsiteY4" fmla="*/ 801976 h 801976"/>
                <a:gd name="connsiteX5" fmla="*/ 45059 w 1146748"/>
                <a:gd name="connsiteY5" fmla="*/ 796557 h 801976"/>
                <a:gd name="connsiteX6" fmla="*/ 0 w 1146748"/>
                <a:gd name="connsiteY6" fmla="*/ 573374 h 801976"/>
                <a:gd name="connsiteX7" fmla="*/ 573374 w 1146748"/>
                <a:gd name="connsiteY7" fmla="*/ 0 h 801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748" h="801976">
                  <a:moveTo>
                    <a:pt x="573374" y="0"/>
                  </a:moveTo>
                  <a:cubicBezTo>
                    <a:pt x="890040" y="0"/>
                    <a:pt x="1146748" y="256708"/>
                    <a:pt x="1146748" y="573374"/>
                  </a:cubicBezTo>
                  <a:cubicBezTo>
                    <a:pt x="1146748" y="652541"/>
                    <a:pt x="1130704" y="727960"/>
                    <a:pt x="1101689" y="796557"/>
                  </a:cubicBezTo>
                  <a:lnTo>
                    <a:pt x="1098748" y="801976"/>
                  </a:lnTo>
                  <a:lnTo>
                    <a:pt x="48000" y="801976"/>
                  </a:lnTo>
                  <a:lnTo>
                    <a:pt x="45059" y="796557"/>
                  </a:lnTo>
                  <a:cubicBezTo>
                    <a:pt x="16044" y="727960"/>
                    <a:pt x="0" y="652541"/>
                    <a:pt x="0" y="573374"/>
                  </a:cubicBezTo>
                  <a:cubicBezTo>
                    <a:pt x="0" y="256708"/>
                    <a:pt x="256708" y="0"/>
                    <a:pt x="5733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982118-1D50-4D4E-BC84-BB7A3FBA30A2}"/>
                </a:ext>
              </a:extLst>
            </p:cNvPr>
            <p:cNvSpPr/>
            <p:nvPr/>
          </p:nvSpPr>
          <p:spPr>
            <a:xfrm>
              <a:off x="1558976" y="3043003"/>
              <a:ext cx="7345180" cy="3147935"/>
            </a:xfrm>
            <a:custGeom>
              <a:avLst/>
              <a:gdLst>
                <a:gd name="connsiteX0" fmla="*/ 866723 w 7345180"/>
                <a:gd name="connsiteY0" fmla="*/ 0 h 3147935"/>
                <a:gd name="connsiteX1" fmla="*/ 3355796 w 7345180"/>
                <a:gd name="connsiteY1" fmla="*/ 0 h 3147935"/>
                <a:gd name="connsiteX2" fmla="*/ 3381769 w 7345180"/>
                <a:gd name="connsiteY2" fmla="*/ 70962 h 3147935"/>
                <a:gd name="connsiteX3" fmla="*/ 4365886 w 7345180"/>
                <a:gd name="connsiteY3" fmla="*/ 723279 h 3147935"/>
                <a:gd name="connsiteX4" fmla="*/ 5350003 w 7345180"/>
                <a:gd name="connsiteY4" fmla="*/ 70962 h 3147935"/>
                <a:gd name="connsiteX5" fmla="*/ 5375976 w 7345180"/>
                <a:gd name="connsiteY5" fmla="*/ 0 h 3147935"/>
                <a:gd name="connsiteX6" fmla="*/ 6820514 w 7345180"/>
                <a:gd name="connsiteY6" fmla="*/ 0 h 3147935"/>
                <a:gd name="connsiteX7" fmla="*/ 7345180 w 7345180"/>
                <a:gd name="connsiteY7" fmla="*/ 524666 h 3147935"/>
                <a:gd name="connsiteX8" fmla="*/ 7345180 w 7345180"/>
                <a:gd name="connsiteY8" fmla="*/ 2250529 h 3147935"/>
                <a:gd name="connsiteX9" fmla="*/ 7290609 w 7345180"/>
                <a:gd name="connsiteY9" fmla="*/ 2236497 h 3147935"/>
                <a:gd name="connsiteX10" fmla="*/ 7075360 w 7345180"/>
                <a:gd name="connsiteY10" fmla="*/ 2214798 h 3147935"/>
                <a:gd name="connsiteX11" fmla="*/ 6029009 w 7345180"/>
                <a:gd name="connsiteY11" fmla="*/ 3067599 h 3147935"/>
                <a:gd name="connsiteX12" fmla="*/ 6016748 w 7345180"/>
                <a:gd name="connsiteY12" fmla="*/ 3147935 h 3147935"/>
                <a:gd name="connsiteX13" fmla="*/ 2402892 w 7345180"/>
                <a:gd name="connsiteY13" fmla="*/ 3147935 h 3147935"/>
                <a:gd name="connsiteX14" fmla="*/ 2405833 w 7345180"/>
                <a:gd name="connsiteY14" fmla="*/ 3142516 h 3147935"/>
                <a:gd name="connsiteX15" fmla="*/ 2450892 w 7345180"/>
                <a:gd name="connsiteY15" fmla="*/ 2919333 h 3147935"/>
                <a:gd name="connsiteX16" fmla="*/ 1877518 w 7345180"/>
                <a:gd name="connsiteY16" fmla="*/ 2345959 h 3147935"/>
                <a:gd name="connsiteX17" fmla="*/ 1304144 w 7345180"/>
                <a:gd name="connsiteY17" fmla="*/ 2919333 h 3147935"/>
                <a:gd name="connsiteX18" fmla="*/ 1349203 w 7345180"/>
                <a:gd name="connsiteY18" fmla="*/ 3142516 h 3147935"/>
                <a:gd name="connsiteX19" fmla="*/ 1352144 w 7345180"/>
                <a:gd name="connsiteY19" fmla="*/ 3147935 h 3147935"/>
                <a:gd name="connsiteX20" fmla="*/ 524666 w 7345180"/>
                <a:gd name="connsiteY20" fmla="*/ 3147935 h 3147935"/>
                <a:gd name="connsiteX21" fmla="*/ 0 w 7345180"/>
                <a:gd name="connsiteY21" fmla="*/ 2623269 h 3147935"/>
                <a:gd name="connsiteX22" fmla="*/ 0 w 7345180"/>
                <a:gd name="connsiteY22" fmla="*/ 585881 h 3147935"/>
                <a:gd name="connsiteX23" fmla="*/ 80366 w 7345180"/>
                <a:gd name="connsiteY23" fmla="*/ 629501 h 3147935"/>
                <a:gd name="connsiteX24" fmla="*/ 303549 w 7345180"/>
                <a:gd name="connsiteY24" fmla="*/ 674560 h 3147935"/>
                <a:gd name="connsiteX25" fmla="*/ 876923 w 7345180"/>
                <a:gd name="connsiteY25" fmla="*/ 101186 h 3147935"/>
                <a:gd name="connsiteX26" fmla="*/ 866723 w 7345180"/>
                <a:gd name="connsiteY26" fmla="*/ 0 h 3147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45180" h="3147935">
                  <a:moveTo>
                    <a:pt x="866723" y="0"/>
                  </a:moveTo>
                  <a:lnTo>
                    <a:pt x="3355796" y="0"/>
                  </a:lnTo>
                  <a:lnTo>
                    <a:pt x="3381769" y="70962"/>
                  </a:lnTo>
                  <a:cubicBezTo>
                    <a:pt x="3543908" y="454302"/>
                    <a:pt x="3923485" y="723279"/>
                    <a:pt x="4365886" y="723279"/>
                  </a:cubicBezTo>
                  <a:cubicBezTo>
                    <a:pt x="4808287" y="723279"/>
                    <a:pt x="5187865" y="454302"/>
                    <a:pt x="5350003" y="70962"/>
                  </a:cubicBezTo>
                  <a:lnTo>
                    <a:pt x="5375976" y="0"/>
                  </a:lnTo>
                  <a:lnTo>
                    <a:pt x="6820514" y="0"/>
                  </a:lnTo>
                  <a:cubicBezTo>
                    <a:pt x="7110279" y="0"/>
                    <a:pt x="7345180" y="234901"/>
                    <a:pt x="7345180" y="524666"/>
                  </a:cubicBezTo>
                  <a:lnTo>
                    <a:pt x="7345180" y="2250529"/>
                  </a:lnTo>
                  <a:lnTo>
                    <a:pt x="7290609" y="2236497"/>
                  </a:lnTo>
                  <a:cubicBezTo>
                    <a:pt x="7221082" y="2222270"/>
                    <a:pt x="7149093" y="2214798"/>
                    <a:pt x="7075360" y="2214798"/>
                  </a:cubicBezTo>
                  <a:cubicBezTo>
                    <a:pt x="6559226" y="2214798"/>
                    <a:pt x="6128601" y="2580906"/>
                    <a:pt x="6029009" y="3067599"/>
                  </a:cubicBezTo>
                  <a:lnTo>
                    <a:pt x="6016748" y="3147935"/>
                  </a:lnTo>
                  <a:lnTo>
                    <a:pt x="2402892" y="3147935"/>
                  </a:lnTo>
                  <a:lnTo>
                    <a:pt x="2405833" y="3142516"/>
                  </a:lnTo>
                  <a:cubicBezTo>
                    <a:pt x="2434848" y="3073919"/>
                    <a:pt x="2450892" y="2998500"/>
                    <a:pt x="2450892" y="2919333"/>
                  </a:cubicBezTo>
                  <a:cubicBezTo>
                    <a:pt x="2450892" y="2602667"/>
                    <a:pt x="2194184" y="2345959"/>
                    <a:pt x="1877518" y="2345959"/>
                  </a:cubicBezTo>
                  <a:cubicBezTo>
                    <a:pt x="1560852" y="2345959"/>
                    <a:pt x="1304144" y="2602667"/>
                    <a:pt x="1304144" y="2919333"/>
                  </a:cubicBezTo>
                  <a:cubicBezTo>
                    <a:pt x="1304144" y="2998500"/>
                    <a:pt x="1320188" y="3073919"/>
                    <a:pt x="1349203" y="3142516"/>
                  </a:cubicBezTo>
                  <a:lnTo>
                    <a:pt x="1352144" y="3147935"/>
                  </a:lnTo>
                  <a:lnTo>
                    <a:pt x="524666" y="3147935"/>
                  </a:lnTo>
                  <a:cubicBezTo>
                    <a:pt x="234901" y="3147935"/>
                    <a:pt x="0" y="2913034"/>
                    <a:pt x="0" y="2623269"/>
                  </a:cubicBezTo>
                  <a:lnTo>
                    <a:pt x="0" y="585881"/>
                  </a:lnTo>
                  <a:lnTo>
                    <a:pt x="80366" y="629501"/>
                  </a:lnTo>
                  <a:cubicBezTo>
                    <a:pt x="148963" y="658516"/>
                    <a:pt x="224383" y="674560"/>
                    <a:pt x="303549" y="674560"/>
                  </a:cubicBezTo>
                  <a:cubicBezTo>
                    <a:pt x="620215" y="674560"/>
                    <a:pt x="876923" y="417852"/>
                    <a:pt x="876923" y="101186"/>
                  </a:cubicBezTo>
                  <a:lnTo>
                    <a:pt x="86672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460C3C-ABC5-498E-ABD9-403C687E538B}"/>
                </a:ext>
              </a:extLst>
            </p:cNvPr>
            <p:cNvSpPr/>
            <p:nvPr/>
          </p:nvSpPr>
          <p:spPr>
            <a:xfrm>
              <a:off x="1693889" y="4189750"/>
              <a:ext cx="614596" cy="614596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3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3">
                    <a:lumMod val="40000"/>
                    <a:lumOff val="6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BB4ADBB-376F-4FD9-8101-A13FB9127BF9}"/>
                </a:ext>
              </a:extLst>
            </p:cNvPr>
            <p:cNvSpPr/>
            <p:nvPr/>
          </p:nvSpPr>
          <p:spPr>
            <a:xfrm>
              <a:off x="5606327" y="5396457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rgbClr val="C6AE2C">
                    <a:tint val="66000"/>
                    <a:satMod val="160000"/>
                  </a:srgbClr>
                </a:gs>
                <a:gs pos="50000">
                  <a:srgbClr val="C6AE2C">
                    <a:tint val="44500"/>
                    <a:satMod val="160000"/>
                  </a:srgbClr>
                </a:gs>
                <a:gs pos="100000">
                  <a:srgbClr val="C6AE2C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9DC98-583D-421E-8108-17DAE73D6894}"/>
                </a:ext>
              </a:extLst>
            </p:cNvPr>
            <p:cNvSpPr/>
            <p:nvPr/>
          </p:nvSpPr>
          <p:spPr>
            <a:xfrm>
              <a:off x="8020757" y="3177916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5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5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DE317B-883E-4823-A442-075ADC81C826}"/>
              </a:ext>
            </a:extLst>
          </p:cNvPr>
          <p:cNvSpPr/>
          <p:nvPr/>
        </p:nvSpPr>
        <p:spPr>
          <a:xfrm>
            <a:off x="1481726" y="3800189"/>
            <a:ext cx="7390342" cy="16978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Please note: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this PDF is copyrighted by blossomings.github.io and is for personal use only. Please do not upload it to any other website, socials or file-sharing service. Thanks! 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E9505C3-357A-4649-8E31-5F1E27B37ABE}"/>
              </a:ext>
            </a:extLst>
          </p:cNvPr>
          <p:cNvSpPr txBox="1"/>
          <p:nvPr/>
        </p:nvSpPr>
        <p:spPr>
          <a:xfrm rot="16200000">
            <a:off x="-871847" y="378749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CE89CE0-03A3-4810-B19E-D874DC4B61D8}"/>
              </a:ext>
            </a:extLst>
          </p:cNvPr>
          <p:cNvSpPr txBox="1"/>
          <p:nvPr/>
        </p:nvSpPr>
        <p:spPr>
          <a:xfrm>
            <a:off x="5550450" y="280464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E59F75E-EE46-4962-A3A3-C05EA530B945}"/>
              </a:ext>
            </a:extLst>
          </p:cNvPr>
          <p:cNvSpPr txBox="1"/>
          <p:nvPr/>
        </p:nvSpPr>
        <p:spPr>
          <a:xfrm>
            <a:off x="5510214" y="548204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7612982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584</TotalTime>
  <Words>272</Words>
  <Application>Microsoft Office PowerPoint</Application>
  <PresentationFormat>Custom</PresentationFormat>
  <Paragraphs>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Arial Black</vt:lpstr>
      <vt:lpstr>Calibri</vt:lpstr>
      <vt:lpstr>Calibri Light</vt:lpstr>
      <vt:lpstr>Teaching Print Dotted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149</cp:revision>
  <dcterms:created xsi:type="dcterms:W3CDTF">2025-02-18T12:00:50Z</dcterms:created>
  <dcterms:modified xsi:type="dcterms:W3CDTF">2025-04-07T20:24:59Z</dcterms:modified>
</cp:coreProperties>
</file>