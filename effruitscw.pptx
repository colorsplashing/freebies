
<file path=[Content_Types].xml><?xml version="1.0" encoding="utf-8"?>
<Types xmlns="http://schemas.openxmlformats.org/package/2006/content-types">
  <Default Extension="ico" ContentType="image/x-ico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sldIdLst>
    <p:sldId id="298" r:id="rId3"/>
    <p:sldId id="310" r:id="rId4"/>
    <p:sldId id="309" r:id="rId5"/>
    <p:sldId id="311" r:id="rId6"/>
    <p:sldId id="312" r:id="rId7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500"/>
    <a:srgbClr val="9521AC"/>
    <a:srgbClr val="6EFF00"/>
    <a:srgbClr val="F22020"/>
    <a:srgbClr val="FAB006"/>
    <a:srgbClr val="5A106E"/>
    <a:srgbClr val="FF7300"/>
    <a:srgbClr val="DB4437"/>
    <a:srgbClr val="BF31AB"/>
    <a:srgbClr val="C6AE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612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503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939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052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352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1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671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721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25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821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482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961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895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4614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>
                    <a:tint val="82000"/>
                  </a:schemeClr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82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82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5969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3287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9470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0595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6584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4088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8088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5413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323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9E5BE-372F-4D7C-BC0C-F3FB3BEE47A0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187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67A8E7-1EE1-49F7-A207-B4B55EFB1A41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060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ico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ico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ico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E5BB9B4C-94EA-432D-AD60-61172B03E7A7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F97CBE-E4BC-451B-8C3A-C1CE6006B557}"/>
              </a:ext>
            </a:extLst>
          </p:cNvPr>
          <p:cNvSpPr/>
          <p:nvPr/>
        </p:nvSpPr>
        <p:spPr>
          <a:xfrm>
            <a:off x="-67010" y="217150"/>
            <a:ext cx="10058400" cy="100908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softEdge rad="101600"/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CCB88C-4CF5-4D22-8871-C7098F67AC28}"/>
              </a:ext>
            </a:extLst>
          </p:cNvPr>
          <p:cNvSpPr txBox="1"/>
          <p:nvPr/>
        </p:nvSpPr>
        <p:spPr>
          <a:xfrm>
            <a:off x="0" y="152796"/>
            <a:ext cx="10058400" cy="1015663"/>
          </a:xfrm>
          <a:prstGeom prst="rect">
            <a:avLst/>
          </a:prstGeom>
          <a:noFill/>
          <a:ln>
            <a:noFill/>
          </a:ln>
          <a:effectLst>
            <a:softEdge rad="457200"/>
          </a:effec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156082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F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r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u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BF31AB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i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t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FF55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s 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E97132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P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A02B93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u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4EA72E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z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z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l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A02B93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67D091-F865-43D2-938E-E8C9A5E932FD}"/>
              </a:ext>
            </a:extLst>
          </p:cNvPr>
          <p:cNvSpPr txBox="1"/>
          <p:nvPr/>
        </p:nvSpPr>
        <p:spPr>
          <a:xfrm>
            <a:off x="0" y="1161876"/>
            <a:ext cx="1005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Crossword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5F99B6-969F-446C-935C-F235E443A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575" y="2177539"/>
            <a:ext cx="6313930" cy="523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748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994402A-7724-4FC7-8F58-BE5B27D8BB78}"/>
              </a:ext>
            </a:extLst>
          </p:cNvPr>
          <p:cNvGrpSpPr/>
          <p:nvPr/>
        </p:nvGrpSpPr>
        <p:grpSpPr>
          <a:xfrm>
            <a:off x="8698778" y="178097"/>
            <a:ext cx="1193981" cy="1193982"/>
            <a:chOff x="4526288" y="1990474"/>
            <a:chExt cx="1193981" cy="119398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2F26E34-FEF3-412E-818D-0A75833BD3E2}"/>
                </a:ext>
              </a:extLst>
            </p:cNvPr>
            <p:cNvSpPr/>
            <p:nvPr/>
          </p:nvSpPr>
          <p:spPr>
            <a:xfrm>
              <a:off x="4666079" y="2130265"/>
              <a:ext cx="914400" cy="914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D4FD9AC-7BE3-4B6E-A3EC-6B833C0B2695}"/>
                </a:ext>
              </a:extLst>
            </p:cNvPr>
            <p:cNvSpPr/>
            <p:nvPr/>
          </p:nvSpPr>
          <p:spPr>
            <a:xfrm>
              <a:off x="4928734" y="2904875"/>
              <a:ext cx="380999" cy="27958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5858A10-2840-4DA0-B5B9-C19D1E4C0F6C}"/>
                </a:ext>
              </a:extLst>
            </p:cNvPr>
            <p:cNvSpPr/>
            <p:nvPr/>
          </p:nvSpPr>
          <p:spPr>
            <a:xfrm>
              <a:off x="4928733" y="1990474"/>
              <a:ext cx="380999" cy="27958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34B68B8-B7AA-413F-A0B1-02C8F7426A84}"/>
                </a:ext>
              </a:extLst>
            </p:cNvPr>
            <p:cNvSpPr/>
            <p:nvPr/>
          </p:nvSpPr>
          <p:spPr>
            <a:xfrm rot="16200000">
              <a:off x="4475579" y="2447674"/>
              <a:ext cx="380999" cy="27958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47A62FE-28A0-4E20-BFB3-6F7D0A488DD1}"/>
                </a:ext>
              </a:extLst>
            </p:cNvPr>
            <p:cNvSpPr/>
            <p:nvPr/>
          </p:nvSpPr>
          <p:spPr>
            <a:xfrm rot="16200000">
              <a:off x="5389979" y="2447673"/>
              <a:ext cx="380999" cy="27958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C33F6FD-EF42-4912-B0D7-F26A2041FC0D}"/>
              </a:ext>
            </a:extLst>
          </p:cNvPr>
          <p:cNvSpPr/>
          <p:nvPr/>
        </p:nvSpPr>
        <p:spPr>
          <a:xfrm>
            <a:off x="8838568" y="2122517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262654 w 914400"/>
              <a:gd name="connsiteY1" fmla="*/ 0 h 914400"/>
              <a:gd name="connsiteX2" fmla="*/ 453154 w 914400"/>
              <a:gd name="connsiteY2" fmla="*/ 139791 h 914400"/>
              <a:gd name="connsiteX3" fmla="*/ 643654 w 914400"/>
              <a:gd name="connsiteY3" fmla="*/ 0 h 914400"/>
              <a:gd name="connsiteX4" fmla="*/ 914400 w 914400"/>
              <a:gd name="connsiteY4" fmla="*/ 0 h 914400"/>
              <a:gd name="connsiteX5" fmla="*/ 914400 w 914400"/>
              <a:gd name="connsiteY5" fmla="*/ 266698 h 914400"/>
              <a:gd name="connsiteX6" fmla="*/ 774609 w 914400"/>
              <a:gd name="connsiteY6" fmla="*/ 457198 h 914400"/>
              <a:gd name="connsiteX7" fmla="*/ 914400 w 914400"/>
              <a:gd name="connsiteY7" fmla="*/ 647698 h 914400"/>
              <a:gd name="connsiteX8" fmla="*/ 914400 w 914400"/>
              <a:gd name="connsiteY8" fmla="*/ 914400 h 914400"/>
              <a:gd name="connsiteX9" fmla="*/ 643655 w 914400"/>
              <a:gd name="connsiteY9" fmla="*/ 914400 h 914400"/>
              <a:gd name="connsiteX10" fmla="*/ 639785 w 914400"/>
              <a:gd name="connsiteY10" fmla="*/ 886228 h 914400"/>
              <a:gd name="connsiteX11" fmla="*/ 453155 w 914400"/>
              <a:gd name="connsiteY11" fmla="*/ 774610 h 914400"/>
              <a:gd name="connsiteX12" fmla="*/ 266525 w 914400"/>
              <a:gd name="connsiteY12" fmla="*/ 886228 h 914400"/>
              <a:gd name="connsiteX13" fmla="*/ 262655 w 914400"/>
              <a:gd name="connsiteY13" fmla="*/ 914400 h 914400"/>
              <a:gd name="connsiteX14" fmla="*/ 0 w 914400"/>
              <a:gd name="connsiteY14" fmla="*/ 914400 h 914400"/>
              <a:gd name="connsiteX15" fmla="*/ 0 w 914400"/>
              <a:gd name="connsiteY15" fmla="*/ 647699 h 914400"/>
              <a:gd name="connsiteX16" fmla="*/ 139791 w 914400"/>
              <a:gd name="connsiteY16" fmla="*/ 457199 h 914400"/>
              <a:gd name="connsiteX17" fmla="*/ 0 w 914400"/>
              <a:gd name="connsiteY17" fmla="*/ 266699 h 914400"/>
              <a:gd name="connsiteX18" fmla="*/ 0 w 914400"/>
              <a:gd name="connsiteY18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262654" y="0"/>
                </a:lnTo>
                <a:cubicBezTo>
                  <a:pt x="262654" y="77204"/>
                  <a:pt x="347944" y="139791"/>
                  <a:pt x="453154" y="139791"/>
                </a:cubicBezTo>
                <a:cubicBezTo>
                  <a:pt x="558364" y="139791"/>
                  <a:pt x="643654" y="77204"/>
                  <a:pt x="643654" y="0"/>
                </a:cubicBezTo>
                <a:lnTo>
                  <a:pt x="914400" y="0"/>
                </a:lnTo>
                <a:lnTo>
                  <a:pt x="914400" y="266698"/>
                </a:lnTo>
                <a:cubicBezTo>
                  <a:pt x="837196" y="266698"/>
                  <a:pt x="774609" y="351988"/>
                  <a:pt x="774609" y="457198"/>
                </a:cubicBezTo>
                <a:cubicBezTo>
                  <a:pt x="774609" y="562408"/>
                  <a:pt x="837196" y="647698"/>
                  <a:pt x="914400" y="647698"/>
                </a:cubicBezTo>
                <a:lnTo>
                  <a:pt x="914400" y="914400"/>
                </a:lnTo>
                <a:lnTo>
                  <a:pt x="643655" y="914400"/>
                </a:lnTo>
                <a:lnTo>
                  <a:pt x="639785" y="886228"/>
                </a:lnTo>
                <a:cubicBezTo>
                  <a:pt x="622021" y="822528"/>
                  <a:pt x="545214" y="774610"/>
                  <a:pt x="453155" y="774610"/>
                </a:cubicBezTo>
                <a:cubicBezTo>
                  <a:pt x="361096" y="774610"/>
                  <a:pt x="284289" y="822528"/>
                  <a:pt x="266525" y="886228"/>
                </a:cubicBezTo>
                <a:lnTo>
                  <a:pt x="262655" y="914400"/>
                </a:lnTo>
                <a:lnTo>
                  <a:pt x="0" y="914400"/>
                </a:lnTo>
                <a:lnTo>
                  <a:pt x="0" y="647699"/>
                </a:lnTo>
                <a:cubicBezTo>
                  <a:pt x="77204" y="647699"/>
                  <a:pt x="139791" y="562409"/>
                  <a:pt x="139791" y="457199"/>
                </a:cubicBezTo>
                <a:cubicBezTo>
                  <a:pt x="139791" y="351989"/>
                  <a:pt x="77204" y="266699"/>
                  <a:pt x="0" y="266699"/>
                </a:cubicBez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25FB7C8-BF64-4DB4-8226-BDEAC0799449}"/>
              </a:ext>
            </a:extLst>
          </p:cNvPr>
          <p:cNvSpPr/>
          <p:nvPr/>
        </p:nvSpPr>
        <p:spPr>
          <a:xfrm>
            <a:off x="8764626" y="3787355"/>
            <a:ext cx="1054191" cy="914400"/>
          </a:xfrm>
          <a:custGeom>
            <a:avLst/>
            <a:gdLst>
              <a:gd name="connsiteX0" fmla="*/ 139791 w 1054191"/>
              <a:gd name="connsiteY0" fmla="*/ 0 h 914400"/>
              <a:gd name="connsiteX1" fmla="*/ 1054191 w 1054191"/>
              <a:gd name="connsiteY1" fmla="*/ 0 h 914400"/>
              <a:gd name="connsiteX2" fmla="*/ 1054191 w 1054191"/>
              <a:gd name="connsiteY2" fmla="*/ 914400 h 914400"/>
              <a:gd name="connsiteX3" fmla="*/ 139791 w 1054191"/>
              <a:gd name="connsiteY3" fmla="*/ 914400 h 914400"/>
              <a:gd name="connsiteX4" fmla="*/ 139791 w 1054191"/>
              <a:gd name="connsiteY4" fmla="*/ 647699 h 914400"/>
              <a:gd name="connsiteX5" fmla="*/ 0 w 1054191"/>
              <a:gd name="connsiteY5" fmla="*/ 457199 h 914400"/>
              <a:gd name="connsiteX6" fmla="*/ 139791 w 1054191"/>
              <a:gd name="connsiteY6" fmla="*/ 266699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54191" h="914400">
                <a:moveTo>
                  <a:pt x="139791" y="0"/>
                </a:moveTo>
                <a:lnTo>
                  <a:pt x="1054191" y="0"/>
                </a:lnTo>
                <a:lnTo>
                  <a:pt x="1054191" y="914400"/>
                </a:lnTo>
                <a:lnTo>
                  <a:pt x="139791" y="914400"/>
                </a:lnTo>
                <a:lnTo>
                  <a:pt x="139791" y="647699"/>
                </a:lnTo>
                <a:cubicBezTo>
                  <a:pt x="62587" y="647699"/>
                  <a:pt x="0" y="562409"/>
                  <a:pt x="0" y="457199"/>
                </a:cubicBezTo>
                <a:cubicBezTo>
                  <a:pt x="0" y="351989"/>
                  <a:pt x="62587" y="266699"/>
                  <a:pt x="139791" y="266699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5F19399-1267-4861-A798-E07B407517A6}"/>
              </a:ext>
            </a:extLst>
          </p:cNvPr>
          <p:cNvSpPr/>
          <p:nvPr/>
        </p:nvSpPr>
        <p:spPr>
          <a:xfrm rot="5400000">
            <a:off x="5975206" y="2052622"/>
            <a:ext cx="914400" cy="1054191"/>
          </a:xfrm>
          <a:custGeom>
            <a:avLst/>
            <a:gdLst>
              <a:gd name="connsiteX0" fmla="*/ 453154 w 914400"/>
              <a:gd name="connsiteY0" fmla="*/ 0 h 1054191"/>
              <a:gd name="connsiteX1" fmla="*/ 643654 w 914400"/>
              <a:gd name="connsiteY1" fmla="*/ 139791 h 1054191"/>
              <a:gd name="connsiteX2" fmla="*/ 914400 w 914400"/>
              <a:gd name="connsiteY2" fmla="*/ 139791 h 1054191"/>
              <a:gd name="connsiteX3" fmla="*/ 914400 w 914400"/>
              <a:gd name="connsiteY3" fmla="*/ 1054191 h 1054191"/>
              <a:gd name="connsiteX4" fmla="*/ 643655 w 914400"/>
              <a:gd name="connsiteY4" fmla="*/ 1054191 h 1054191"/>
              <a:gd name="connsiteX5" fmla="*/ 639785 w 914400"/>
              <a:gd name="connsiteY5" fmla="*/ 1026019 h 1054191"/>
              <a:gd name="connsiteX6" fmla="*/ 453155 w 914400"/>
              <a:gd name="connsiteY6" fmla="*/ 914401 h 1054191"/>
              <a:gd name="connsiteX7" fmla="*/ 266525 w 914400"/>
              <a:gd name="connsiteY7" fmla="*/ 1026019 h 1054191"/>
              <a:gd name="connsiteX8" fmla="*/ 262655 w 914400"/>
              <a:gd name="connsiteY8" fmla="*/ 1054191 h 1054191"/>
              <a:gd name="connsiteX9" fmla="*/ 0 w 914400"/>
              <a:gd name="connsiteY9" fmla="*/ 1054191 h 1054191"/>
              <a:gd name="connsiteX10" fmla="*/ 0 w 914400"/>
              <a:gd name="connsiteY10" fmla="*/ 139791 h 1054191"/>
              <a:gd name="connsiteX11" fmla="*/ 262654 w 914400"/>
              <a:gd name="connsiteY11" fmla="*/ 139791 h 1054191"/>
              <a:gd name="connsiteX12" fmla="*/ 453154 w 914400"/>
              <a:gd name="connsiteY12" fmla="*/ 0 h 105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14400" h="1054191">
                <a:moveTo>
                  <a:pt x="453154" y="0"/>
                </a:moveTo>
                <a:cubicBezTo>
                  <a:pt x="558364" y="0"/>
                  <a:pt x="643654" y="62587"/>
                  <a:pt x="643654" y="139791"/>
                </a:cubicBezTo>
                <a:lnTo>
                  <a:pt x="914400" y="139791"/>
                </a:lnTo>
                <a:lnTo>
                  <a:pt x="914400" y="1054191"/>
                </a:lnTo>
                <a:lnTo>
                  <a:pt x="643655" y="1054191"/>
                </a:lnTo>
                <a:lnTo>
                  <a:pt x="639785" y="1026019"/>
                </a:lnTo>
                <a:cubicBezTo>
                  <a:pt x="622021" y="962319"/>
                  <a:pt x="545214" y="914401"/>
                  <a:pt x="453155" y="914401"/>
                </a:cubicBezTo>
                <a:cubicBezTo>
                  <a:pt x="361096" y="914401"/>
                  <a:pt x="284289" y="962319"/>
                  <a:pt x="266525" y="1026019"/>
                </a:cubicBezTo>
                <a:lnTo>
                  <a:pt x="262655" y="1054191"/>
                </a:lnTo>
                <a:lnTo>
                  <a:pt x="0" y="1054191"/>
                </a:lnTo>
                <a:lnTo>
                  <a:pt x="0" y="139791"/>
                </a:lnTo>
                <a:lnTo>
                  <a:pt x="262654" y="139791"/>
                </a:lnTo>
                <a:cubicBezTo>
                  <a:pt x="262654" y="62587"/>
                  <a:pt x="347944" y="0"/>
                  <a:pt x="453154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B2FDD4C-A1C0-43AF-912D-315EDBF26487}"/>
              </a:ext>
            </a:extLst>
          </p:cNvPr>
          <p:cNvSpPr/>
          <p:nvPr/>
        </p:nvSpPr>
        <p:spPr>
          <a:xfrm rot="5400000">
            <a:off x="7467158" y="3787355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643655 w 914400"/>
              <a:gd name="connsiteY3" fmla="*/ 914400 h 914400"/>
              <a:gd name="connsiteX4" fmla="*/ 639785 w 914400"/>
              <a:gd name="connsiteY4" fmla="*/ 886228 h 914400"/>
              <a:gd name="connsiteX5" fmla="*/ 453155 w 914400"/>
              <a:gd name="connsiteY5" fmla="*/ 774610 h 914400"/>
              <a:gd name="connsiteX6" fmla="*/ 266525 w 914400"/>
              <a:gd name="connsiteY6" fmla="*/ 886228 h 914400"/>
              <a:gd name="connsiteX7" fmla="*/ 262655 w 914400"/>
              <a:gd name="connsiteY7" fmla="*/ 914400 h 914400"/>
              <a:gd name="connsiteX8" fmla="*/ 0 w 914400"/>
              <a:gd name="connsiteY8" fmla="*/ 914400 h 914400"/>
              <a:gd name="connsiteX9" fmla="*/ 0 w 914400"/>
              <a:gd name="connsiteY9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643655" y="914400"/>
                </a:lnTo>
                <a:lnTo>
                  <a:pt x="639785" y="886228"/>
                </a:lnTo>
                <a:cubicBezTo>
                  <a:pt x="622021" y="822528"/>
                  <a:pt x="545214" y="774610"/>
                  <a:pt x="453155" y="774610"/>
                </a:cubicBezTo>
                <a:cubicBezTo>
                  <a:pt x="361096" y="774610"/>
                  <a:pt x="284289" y="822528"/>
                  <a:pt x="266525" y="886228"/>
                </a:cubicBezTo>
                <a:lnTo>
                  <a:pt x="262655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02CB6683-C178-4341-8478-4ACE89FC5F58}"/>
              </a:ext>
            </a:extLst>
          </p:cNvPr>
          <p:cNvSpPr/>
          <p:nvPr/>
        </p:nvSpPr>
        <p:spPr>
          <a:xfrm>
            <a:off x="7467158" y="2122517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266698 h 914400"/>
              <a:gd name="connsiteX3" fmla="*/ 774609 w 914400"/>
              <a:gd name="connsiteY3" fmla="*/ 457198 h 914400"/>
              <a:gd name="connsiteX4" fmla="*/ 914400 w 914400"/>
              <a:gd name="connsiteY4" fmla="*/ 647698 h 914400"/>
              <a:gd name="connsiteX5" fmla="*/ 914400 w 914400"/>
              <a:gd name="connsiteY5" fmla="*/ 914400 h 914400"/>
              <a:gd name="connsiteX6" fmla="*/ 643655 w 914400"/>
              <a:gd name="connsiteY6" fmla="*/ 914400 h 914400"/>
              <a:gd name="connsiteX7" fmla="*/ 639785 w 914400"/>
              <a:gd name="connsiteY7" fmla="*/ 886228 h 914400"/>
              <a:gd name="connsiteX8" fmla="*/ 453155 w 914400"/>
              <a:gd name="connsiteY8" fmla="*/ 774610 h 914400"/>
              <a:gd name="connsiteX9" fmla="*/ 266525 w 914400"/>
              <a:gd name="connsiteY9" fmla="*/ 886228 h 914400"/>
              <a:gd name="connsiteX10" fmla="*/ 262655 w 914400"/>
              <a:gd name="connsiteY10" fmla="*/ 914400 h 914400"/>
              <a:gd name="connsiteX11" fmla="*/ 0 w 914400"/>
              <a:gd name="connsiteY11" fmla="*/ 914400 h 914400"/>
              <a:gd name="connsiteX12" fmla="*/ 0 w 914400"/>
              <a:gd name="connsiteY12" fmla="*/ 647699 h 914400"/>
              <a:gd name="connsiteX13" fmla="*/ 139791 w 914400"/>
              <a:gd name="connsiteY13" fmla="*/ 457199 h 914400"/>
              <a:gd name="connsiteX14" fmla="*/ 0 w 914400"/>
              <a:gd name="connsiteY14" fmla="*/ 266699 h 914400"/>
              <a:gd name="connsiteX15" fmla="*/ 0 w 914400"/>
              <a:gd name="connsiteY15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266698"/>
                </a:lnTo>
                <a:cubicBezTo>
                  <a:pt x="837196" y="266698"/>
                  <a:pt x="774609" y="351988"/>
                  <a:pt x="774609" y="457198"/>
                </a:cubicBezTo>
                <a:cubicBezTo>
                  <a:pt x="774609" y="562408"/>
                  <a:pt x="837196" y="647698"/>
                  <a:pt x="914400" y="647698"/>
                </a:cubicBezTo>
                <a:lnTo>
                  <a:pt x="914400" y="914400"/>
                </a:lnTo>
                <a:lnTo>
                  <a:pt x="643655" y="914400"/>
                </a:lnTo>
                <a:lnTo>
                  <a:pt x="639785" y="886228"/>
                </a:lnTo>
                <a:cubicBezTo>
                  <a:pt x="622021" y="822528"/>
                  <a:pt x="545214" y="774610"/>
                  <a:pt x="453155" y="774610"/>
                </a:cubicBezTo>
                <a:cubicBezTo>
                  <a:pt x="361096" y="774610"/>
                  <a:pt x="284289" y="822528"/>
                  <a:pt x="266525" y="886228"/>
                </a:cubicBezTo>
                <a:lnTo>
                  <a:pt x="262655" y="914400"/>
                </a:lnTo>
                <a:lnTo>
                  <a:pt x="0" y="914400"/>
                </a:lnTo>
                <a:lnTo>
                  <a:pt x="0" y="647699"/>
                </a:lnTo>
                <a:cubicBezTo>
                  <a:pt x="77204" y="647699"/>
                  <a:pt x="139791" y="562409"/>
                  <a:pt x="139791" y="457199"/>
                </a:cubicBezTo>
                <a:cubicBezTo>
                  <a:pt x="139791" y="351989"/>
                  <a:pt x="77204" y="266699"/>
                  <a:pt x="0" y="266699"/>
                </a:cubicBez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ABC915C7-2329-412D-B68E-11CB9BAA3701}"/>
              </a:ext>
            </a:extLst>
          </p:cNvPr>
          <p:cNvSpPr/>
          <p:nvPr/>
        </p:nvSpPr>
        <p:spPr>
          <a:xfrm>
            <a:off x="4572285" y="2122516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266698 h 914400"/>
              <a:gd name="connsiteX3" fmla="*/ 774609 w 914400"/>
              <a:gd name="connsiteY3" fmla="*/ 457198 h 914400"/>
              <a:gd name="connsiteX4" fmla="*/ 914400 w 914400"/>
              <a:gd name="connsiteY4" fmla="*/ 647698 h 914400"/>
              <a:gd name="connsiteX5" fmla="*/ 914400 w 914400"/>
              <a:gd name="connsiteY5" fmla="*/ 914400 h 914400"/>
              <a:gd name="connsiteX6" fmla="*/ 0 w 914400"/>
              <a:gd name="connsiteY6" fmla="*/ 914400 h 914400"/>
              <a:gd name="connsiteX7" fmla="*/ 0 w 914400"/>
              <a:gd name="connsiteY7" fmla="*/ 647699 h 914400"/>
              <a:gd name="connsiteX8" fmla="*/ 139791 w 914400"/>
              <a:gd name="connsiteY8" fmla="*/ 457199 h 914400"/>
              <a:gd name="connsiteX9" fmla="*/ 0 w 914400"/>
              <a:gd name="connsiteY9" fmla="*/ 266699 h 914400"/>
              <a:gd name="connsiteX10" fmla="*/ 0 w 914400"/>
              <a:gd name="connsiteY10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266698"/>
                </a:lnTo>
                <a:cubicBezTo>
                  <a:pt x="837196" y="266698"/>
                  <a:pt x="774609" y="351988"/>
                  <a:pt x="774609" y="457198"/>
                </a:cubicBezTo>
                <a:cubicBezTo>
                  <a:pt x="774609" y="562408"/>
                  <a:pt x="837196" y="647698"/>
                  <a:pt x="914400" y="647698"/>
                </a:cubicBezTo>
                <a:lnTo>
                  <a:pt x="914400" y="914400"/>
                </a:lnTo>
                <a:lnTo>
                  <a:pt x="0" y="914400"/>
                </a:lnTo>
                <a:lnTo>
                  <a:pt x="0" y="647699"/>
                </a:lnTo>
                <a:cubicBezTo>
                  <a:pt x="77204" y="647699"/>
                  <a:pt x="139791" y="562409"/>
                  <a:pt x="139791" y="457199"/>
                </a:cubicBezTo>
                <a:cubicBezTo>
                  <a:pt x="139791" y="351989"/>
                  <a:pt x="77204" y="266699"/>
                  <a:pt x="0" y="266699"/>
                </a:cubicBez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395EDE6D-C9C4-4A57-A69C-85B5051AF4C8}"/>
              </a:ext>
            </a:extLst>
          </p:cNvPr>
          <p:cNvSpPr/>
          <p:nvPr/>
        </p:nvSpPr>
        <p:spPr>
          <a:xfrm>
            <a:off x="3334273" y="2052620"/>
            <a:ext cx="914400" cy="1054192"/>
          </a:xfrm>
          <a:custGeom>
            <a:avLst/>
            <a:gdLst>
              <a:gd name="connsiteX0" fmla="*/ 0 w 914400"/>
              <a:gd name="connsiteY0" fmla="*/ 0 h 1054192"/>
              <a:gd name="connsiteX1" fmla="*/ 262654 w 914400"/>
              <a:gd name="connsiteY1" fmla="*/ 0 h 1054192"/>
              <a:gd name="connsiteX2" fmla="*/ 453154 w 914400"/>
              <a:gd name="connsiteY2" fmla="*/ 139791 h 1054192"/>
              <a:gd name="connsiteX3" fmla="*/ 643654 w 914400"/>
              <a:gd name="connsiteY3" fmla="*/ 0 h 1054192"/>
              <a:gd name="connsiteX4" fmla="*/ 914400 w 914400"/>
              <a:gd name="connsiteY4" fmla="*/ 0 h 1054192"/>
              <a:gd name="connsiteX5" fmla="*/ 914400 w 914400"/>
              <a:gd name="connsiteY5" fmla="*/ 914400 h 1054192"/>
              <a:gd name="connsiteX6" fmla="*/ 643655 w 914400"/>
              <a:gd name="connsiteY6" fmla="*/ 914400 h 1054192"/>
              <a:gd name="connsiteX7" fmla="*/ 643655 w 914400"/>
              <a:gd name="connsiteY7" fmla="*/ 914401 h 1054192"/>
              <a:gd name="connsiteX8" fmla="*/ 453155 w 914400"/>
              <a:gd name="connsiteY8" fmla="*/ 1054192 h 1054192"/>
              <a:gd name="connsiteX9" fmla="*/ 262655 w 914400"/>
              <a:gd name="connsiteY9" fmla="*/ 914401 h 1054192"/>
              <a:gd name="connsiteX10" fmla="*/ 262655 w 914400"/>
              <a:gd name="connsiteY10" fmla="*/ 914400 h 1054192"/>
              <a:gd name="connsiteX11" fmla="*/ 0 w 914400"/>
              <a:gd name="connsiteY11" fmla="*/ 914400 h 1054192"/>
              <a:gd name="connsiteX12" fmla="*/ 0 w 914400"/>
              <a:gd name="connsiteY12" fmla="*/ 647699 h 1054192"/>
              <a:gd name="connsiteX13" fmla="*/ 139791 w 914400"/>
              <a:gd name="connsiteY13" fmla="*/ 457199 h 1054192"/>
              <a:gd name="connsiteX14" fmla="*/ 0 w 914400"/>
              <a:gd name="connsiteY14" fmla="*/ 266699 h 1054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14400" h="1054192">
                <a:moveTo>
                  <a:pt x="0" y="0"/>
                </a:moveTo>
                <a:lnTo>
                  <a:pt x="262654" y="0"/>
                </a:lnTo>
                <a:cubicBezTo>
                  <a:pt x="262654" y="77204"/>
                  <a:pt x="347944" y="139791"/>
                  <a:pt x="453154" y="139791"/>
                </a:cubicBezTo>
                <a:cubicBezTo>
                  <a:pt x="558364" y="139791"/>
                  <a:pt x="643654" y="77204"/>
                  <a:pt x="643654" y="0"/>
                </a:cubicBezTo>
                <a:lnTo>
                  <a:pt x="914400" y="0"/>
                </a:lnTo>
                <a:lnTo>
                  <a:pt x="914400" y="914400"/>
                </a:lnTo>
                <a:lnTo>
                  <a:pt x="643655" y="914400"/>
                </a:lnTo>
                <a:lnTo>
                  <a:pt x="643655" y="914401"/>
                </a:lnTo>
                <a:cubicBezTo>
                  <a:pt x="643655" y="991605"/>
                  <a:pt x="558365" y="1054192"/>
                  <a:pt x="453155" y="1054192"/>
                </a:cubicBezTo>
                <a:cubicBezTo>
                  <a:pt x="347945" y="1054192"/>
                  <a:pt x="262655" y="991605"/>
                  <a:pt x="262655" y="914401"/>
                </a:cubicBezTo>
                <a:lnTo>
                  <a:pt x="262655" y="914400"/>
                </a:lnTo>
                <a:lnTo>
                  <a:pt x="0" y="914400"/>
                </a:lnTo>
                <a:lnTo>
                  <a:pt x="0" y="647699"/>
                </a:lnTo>
                <a:cubicBezTo>
                  <a:pt x="77204" y="647699"/>
                  <a:pt x="139791" y="562409"/>
                  <a:pt x="139791" y="457199"/>
                </a:cubicBezTo>
                <a:cubicBezTo>
                  <a:pt x="139791" y="351989"/>
                  <a:pt x="77204" y="266699"/>
                  <a:pt x="0" y="266699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92E26BC3-8A90-46A1-ADF8-2F51C676C186}"/>
              </a:ext>
            </a:extLst>
          </p:cNvPr>
          <p:cNvSpPr/>
          <p:nvPr/>
        </p:nvSpPr>
        <p:spPr>
          <a:xfrm>
            <a:off x="4677738" y="3787355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266698 h 914400"/>
              <a:gd name="connsiteX3" fmla="*/ 774609 w 914400"/>
              <a:gd name="connsiteY3" fmla="*/ 457198 h 914400"/>
              <a:gd name="connsiteX4" fmla="*/ 914400 w 914400"/>
              <a:gd name="connsiteY4" fmla="*/ 647698 h 914400"/>
              <a:gd name="connsiteX5" fmla="*/ 914400 w 914400"/>
              <a:gd name="connsiteY5" fmla="*/ 914400 h 914400"/>
              <a:gd name="connsiteX6" fmla="*/ 643655 w 914400"/>
              <a:gd name="connsiteY6" fmla="*/ 914400 h 914400"/>
              <a:gd name="connsiteX7" fmla="*/ 639785 w 914400"/>
              <a:gd name="connsiteY7" fmla="*/ 886228 h 914400"/>
              <a:gd name="connsiteX8" fmla="*/ 453155 w 914400"/>
              <a:gd name="connsiteY8" fmla="*/ 774610 h 914400"/>
              <a:gd name="connsiteX9" fmla="*/ 266525 w 914400"/>
              <a:gd name="connsiteY9" fmla="*/ 886228 h 914400"/>
              <a:gd name="connsiteX10" fmla="*/ 262655 w 914400"/>
              <a:gd name="connsiteY10" fmla="*/ 914400 h 914400"/>
              <a:gd name="connsiteX11" fmla="*/ 0 w 914400"/>
              <a:gd name="connsiteY11" fmla="*/ 914400 h 914400"/>
              <a:gd name="connsiteX12" fmla="*/ 0 w 914400"/>
              <a:gd name="connsiteY12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266698"/>
                </a:lnTo>
                <a:cubicBezTo>
                  <a:pt x="837196" y="266698"/>
                  <a:pt x="774609" y="351988"/>
                  <a:pt x="774609" y="457198"/>
                </a:cubicBezTo>
                <a:cubicBezTo>
                  <a:pt x="774609" y="562408"/>
                  <a:pt x="837196" y="647698"/>
                  <a:pt x="914400" y="647698"/>
                </a:cubicBezTo>
                <a:lnTo>
                  <a:pt x="914400" y="914400"/>
                </a:lnTo>
                <a:lnTo>
                  <a:pt x="643655" y="914400"/>
                </a:lnTo>
                <a:lnTo>
                  <a:pt x="639785" y="886228"/>
                </a:lnTo>
                <a:cubicBezTo>
                  <a:pt x="622021" y="822528"/>
                  <a:pt x="545214" y="774610"/>
                  <a:pt x="453155" y="774610"/>
                </a:cubicBezTo>
                <a:cubicBezTo>
                  <a:pt x="361096" y="774610"/>
                  <a:pt x="284289" y="822528"/>
                  <a:pt x="266525" y="886228"/>
                </a:cubicBezTo>
                <a:lnTo>
                  <a:pt x="262655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74893616-8DD5-4879-8448-F70F8CD4A338}"/>
              </a:ext>
            </a:extLst>
          </p:cNvPr>
          <p:cNvSpPr/>
          <p:nvPr/>
        </p:nvSpPr>
        <p:spPr>
          <a:xfrm>
            <a:off x="5975206" y="3787355"/>
            <a:ext cx="914400" cy="1054192"/>
          </a:xfrm>
          <a:custGeom>
            <a:avLst/>
            <a:gdLst>
              <a:gd name="connsiteX0" fmla="*/ 0 w 914400"/>
              <a:gd name="connsiteY0" fmla="*/ 0 h 1054192"/>
              <a:gd name="connsiteX1" fmla="*/ 914400 w 914400"/>
              <a:gd name="connsiteY1" fmla="*/ 0 h 1054192"/>
              <a:gd name="connsiteX2" fmla="*/ 914400 w 914400"/>
              <a:gd name="connsiteY2" fmla="*/ 266698 h 1054192"/>
              <a:gd name="connsiteX3" fmla="*/ 774609 w 914400"/>
              <a:gd name="connsiteY3" fmla="*/ 457198 h 1054192"/>
              <a:gd name="connsiteX4" fmla="*/ 914400 w 914400"/>
              <a:gd name="connsiteY4" fmla="*/ 647698 h 1054192"/>
              <a:gd name="connsiteX5" fmla="*/ 914400 w 914400"/>
              <a:gd name="connsiteY5" fmla="*/ 914400 h 1054192"/>
              <a:gd name="connsiteX6" fmla="*/ 643655 w 914400"/>
              <a:gd name="connsiteY6" fmla="*/ 914400 h 1054192"/>
              <a:gd name="connsiteX7" fmla="*/ 643655 w 914400"/>
              <a:gd name="connsiteY7" fmla="*/ 914401 h 1054192"/>
              <a:gd name="connsiteX8" fmla="*/ 453155 w 914400"/>
              <a:gd name="connsiteY8" fmla="*/ 1054192 h 1054192"/>
              <a:gd name="connsiteX9" fmla="*/ 262655 w 914400"/>
              <a:gd name="connsiteY9" fmla="*/ 914401 h 1054192"/>
              <a:gd name="connsiteX10" fmla="*/ 262655 w 914400"/>
              <a:gd name="connsiteY10" fmla="*/ 914400 h 1054192"/>
              <a:gd name="connsiteX11" fmla="*/ 0 w 914400"/>
              <a:gd name="connsiteY11" fmla="*/ 914400 h 1054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14400" h="1054192">
                <a:moveTo>
                  <a:pt x="0" y="0"/>
                </a:moveTo>
                <a:lnTo>
                  <a:pt x="914400" y="0"/>
                </a:lnTo>
                <a:lnTo>
                  <a:pt x="914400" y="266698"/>
                </a:lnTo>
                <a:cubicBezTo>
                  <a:pt x="837196" y="266698"/>
                  <a:pt x="774609" y="351988"/>
                  <a:pt x="774609" y="457198"/>
                </a:cubicBezTo>
                <a:cubicBezTo>
                  <a:pt x="774609" y="562408"/>
                  <a:pt x="837196" y="647698"/>
                  <a:pt x="914400" y="647698"/>
                </a:cubicBezTo>
                <a:lnTo>
                  <a:pt x="914400" y="914400"/>
                </a:lnTo>
                <a:lnTo>
                  <a:pt x="643655" y="914400"/>
                </a:lnTo>
                <a:lnTo>
                  <a:pt x="643655" y="914401"/>
                </a:lnTo>
                <a:cubicBezTo>
                  <a:pt x="643655" y="991605"/>
                  <a:pt x="558365" y="1054192"/>
                  <a:pt x="453155" y="1054192"/>
                </a:cubicBezTo>
                <a:cubicBezTo>
                  <a:pt x="347945" y="1054192"/>
                  <a:pt x="262655" y="991605"/>
                  <a:pt x="262655" y="914401"/>
                </a:cubicBezTo>
                <a:lnTo>
                  <a:pt x="262655" y="914400"/>
                </a:lnTo>
                <a:lnTo>
                  <a:pt x="0" y="91440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9225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5D8134EE-21C3-4B5C-B9DC-5362F5F5F9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773" t="9716" r="20961" b="22262"/>
          <a:stretch/>
        </p:blipFill>
        <p:spPr>
          <a:xfrm>
            <a:off x="3744182" y="6512644"/>
            <a:ext cx="839967" cy="107264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0B71530-FF53-4418-B585-AD8C5BFF1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797" y="4207343"/>
            <a:ext cx="1250484" cy="1250484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8A648731-A3A7-42D8-A9A5-4943BD31E72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302" t="8736" r="17619" b="15651"/>
          <a:stretch/>
        </p:blipFill>
        <p:spPr>
          <a:xfrm>
            <a:off x="6794496" y="62642"/>
            <a:ext cx="839963" cy="91940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5E406724-4413-474D-B4BC-2C86995CC88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4666"/>
          <a:stretch/>
        </p:blipFill>
        <p:spPr>
          <a:xfrm>
            <a:off x="1965038" y="1894754"/>
            <a:ext cx="1246442" cy="146066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E36D11A-01BE-4AE1-A9A6-D1CCB3A0B9B8}"/>
              </a:ext>
            </a:extLst>
          </p:cNvPr>
          <p:cNvGrpSpPr/>
          <p:nvPr/>
        </p:nvGrpSpPr>
        <p:grpSpPr>
          <a:xfrm>
            <a:off x="2422079" y="161458"/>
            <a:ext cx="6553493" cy="7255206"/>
            <a:chOff x="2422079" y="161458"/>
            <a:chExt cx="6553493" cy="7255206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813F433-168F-4C8E-9763-A502E6D2E3B8}"/>
                </a:ext>
              </a:extLst>
            </p:cNvPr>
            <p:cNvSpPr/>
            <p:nvPr/>
          </p:nvSpPr>
          <p:spPr>
            <a:xfrm rot="16200000">
              <a:off x="6010232" y="217150"/>
              <a:ext cx="839963" cy="728580"/>
            </a:xfrm>
            <a:custGeom>
              <a:avLst/>
              <a:gdLst>
                <a:gd name="connsiteX0" fmla="*/ 139791 w 1054191"/>
                <a:gd name="connsiteY0" fmla="*/ 0 h 914400"/>
                <a:gd name="connsiteX1" fmla="*/ 1054191 w 1054191"/>
                <a:gd name="connsiteY1" fmla="*/ 0 h 914400"/>
                <a:gd name="connsiteX2" fmla="*/ 1054191 w 1054191"/>
                <a:gd name="connsiteY2" fmla="*/ 914400 h 914400"/>
                <a:gd name="connsiteX3" fmla="*/ 139791 w 1054191"/>
                <a:gd name="connsiteY3" fmla="*/ 914400 h 914400"/>
                <a:gd name="connsiteX4" fmla="*/ 139791 w 1054191"/>
                <a:gd name="connsiteY4" fmla="*/ 647699 h 914400"/>
                <a:gd name="connsiteX5" fmla="*/ 0 w 1054191"/>
                <a:gd name="connsiteY5" fmla="*/ 457199 h 914400"/>
                <a:gd name="connsiteX6" fmla="*/ 139791 w 1054191"/>
                <a:gd name="connsiteY6" fmla="*/ 266699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54191" h="914400">
                  <a:moveTo>
                    <a:pt x="139791" y="0"/>
                  </a:moveTo>
                  <a:lnTo>
                    <a:pt x="1054191" y="0"/>
                  </a:lnTo>
                  <a:lnTo>
                    <a:pt x="1054191" y="914400"/>
                  </a:lnTo>
                  <a:lnTo>
                    <a:pt x="139791" y="914400"/>
                  </a:lnTo>
                  <a:lnTo>
                    <a:pt x="139791" y="647699"/>
                  </a:lnTo>
                  <a:cubicBezTo>
                    <a:pt x="62587" y="647699"/>
                    <a:pt x="0" y="562409"/>
                    <a:pt x="0" y="457199"/>
                  </a:cubicBezTo>
                  <a:cubicBezTo>
                    <a:pt x="0" y="351989"/>
                    <a:pt x="62587" y="266699"/>
                    <a:pt x="139791" y="266699"/>
                  </a:cubicBezTo>
                  <a:close/>
                </a:path>
              </a:pathLst>
            </a:custGeom>
            <a:solidFill>
              <a:schemeClr val="accent6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0878A35-22A7-4CBE-9150-5BEAAFBC78C2}"/>
                </a:ext>
              </a:extLst>
            </p:cNvPr>
            <p:cNvSpPr/>
            <p:nvPr/>
          </p:nvSpPr>
          <p:spPr>
            <a:xfrm rot="10800000">
              <a:off x="6065923" y="886639"/>
              <a:ext cx="728582" cy="839966"/>
            </a:xfrm>
            <a:custGeom>
              <a:avLst/>
              <a:gdLst>
                <a:gd name="connsiteX0" fmla="*/ 453154 w 914400"/>
                <a:gd name="connsiteY0" fmla="*/ 0 h 1054191"/>
                <a:gd name="connsiteX1" fmla="*/ 643654 w 914400"/>
                <a:gd name="connsiteY1" fmla="*/ 139791 h 1054191"/>
                <a:gd name="connsiteX2" fmla="*/ 914400 w 914400"/>
                <a:gd name="connsiteY2" fmla="*/ 139791 h 1054191"/>
                <a:gd name="connsiteX3" fmla="*/ 914400 w 914400"/>
                <a:gd name="connsiteY3" fmla="*/ 1054191 h 1054191"/>
                <a:gd name="connsiteX4" fmla="*/ 643655 w 914400"/>
                <a:gd name="connsiteY4" fmla="*/ 1054191 h 1054191"/>
                <a:gd name="connsiteX5" fmla="*/ 639785 w 914400"/>
                <a:gd name="connsiteY5" fmla="*/ 1026019 h 1054191"/>
                <a:gd name="connsiteX6" fmla="*/ 453155 w 914400"/>
                <a:gd name="connsiteY6" fmla="*/ 914401 h 1054191"/>
                <a:gd name="connsiteX7" fmla="*/ 266525 w 914400"/>
                <a:gd name="connsiteY7" fmla="*/ 1026019 h 1054191"/>
                <a:gd name="connsiteX8" fmla="*/ 262655 w 914400"/>
                <a:gd name="connsiteY8" fmla="*/ 1054191 h 1054191"/>
                <a:gd name="connsiteX9" fmla="*/ 0 w 914400"/>
                <a:gd name="connsiteY9" fmla="*/ 1054191 h 1054191"/>
                <a:gd name="connsiteX10" fmla="*/ 0 w 914400"/>
                <a:gd name="connsiteY10" fmla="*/ 139791 h 1054191"/>
                <a:gd name="connsiteX11" fmla="*/ 262654 w 914400"/>
                <a:gd name="connsiteY11" fmla="*/ 139791 h 1054191"/>
                <a:gd name="connsiteX12" fmla="*/ 453154 w 914400"/>
                <a:gd name="connsiteY12" fmla="*/ 0 h 105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400" h="1054191">
                  <a:moveTo>
                    <a:pt x="453154" y="0"/>
                  </a:moveTo>
                  <a:cubicBezTo>
                    <a:pt x="558364" y="0"/>
                    <a:pt x="643654" y="62587"/>
                    <a:pt x="643654" y="139791"/>
                  </a:cubicBezTo>
                  <a:lnTo>
                    <a:pt x="914400" y="139791"/>
                  </a:lnTo>
                  <a:lnTo>
                    <a:pt x="914400" y="1054191"/>
                  </a:lnTo>
                  <a:lnTo>
                    <a:pt x="643655" y="1054191"/>
                  </a:lnTo>
                  <a:lnTo>
                    <a:pt x="639785" y="1026019"/>
                  </a:lnTo>
                  <a:cubicBezTo>
                    <a:pt x="622021" y="962319"/>
                    <a:pt x="545214" y="914401"/>
                    <a:pt x="453155" y="914401"/>
                  </a:cubicBezTo>
                  <a:cubicBezTo>
                    <a:pt x="361096" y="914401"/>
                    <a:pt x="284289" y="962319"/>
                    <a:pt x="266525" y="1026019"/>
                  </a:cubicBezTo>
                  <a:lnTo>
                    <a:pt x="262655" y="1054191"/>
                  </a:lnTo>
                  <a:lnTo>
                    <a:pt x="0" y="1054191"/>
                  </a:lnTo>
                  <a:lnTo>
                    <a:pt x="0" y="139791"/>
                  </a:lnTo>
                  <a:lnTo>
                    <a:pt x="262654" y="139791"/>
                  </a:lnTo>
                  <a:cubicBezTo>
                    <a:pt x="262654" y="62587"/>
                    <a:pt x="347944" y="0"/>
                    <a:pt x="453154" y="0"/>
                  </a:cubicBezTo>
                  <a:close/>
                </a:path>
              </a:pathLst>
            </a:custGeom>
            <a:solidFill>
              <a:schemeClr val="accent6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EE6D35C-1829-455C-BBBA-18FCCAA6599A}"/>
                </a:ext>
              </a:extLst>
            </p:cNvPr>
            <p:cNvSpPr/>
            <p:nvPr/>
          </p:nvSpPr>
          <p:spPr>
            <a:xfrm rot="10800000">
              <a:off x="6065922" y="1611819"/>
              <a:ext cx="728582" cy="839966"/>
            </a:xfrm>
            <a:custGeom>
              <a:avLst/>
              <a:gdLst>
                <a:gd name="connsiteX0" fmla="*/ 453154 w 914400"/>
                <a:gd name="connsiteY0" fmla="*/ 0 h 1054191"/>
                <a:gd name="connsiteX1" fmla="*/ 643654 w 914400"/>
                <a:gd name="connsiteY1" fmla="*/ 139791 h 1054191"/>
                <a:gd name="connsiteX2" fmla="*/ 914400 w 914400"/>
                <a:gd name="connsiteY2" fmla="*/ 139791 h 1054191"/>
                <a:gd name="connsiteX3" fmla="*/ 914400 w 914400"/>
                <a:gd name="connsiteY3" fmla="*/ 1054191 h 1054191"/>
                <a:gd name="connsiteX4" fmla="*/ 643655 w 914400"/>
                <a:gd name="connsiteY4" fmla="*/ 1054191 h 1054191"/>
                <a:gd name="connsiteX5" fmla="*/ 639785 w 914400"/>
                <a:gd name="connsiteY5" fmla="*/ 1026019 h 1054191"/>
                <a:gd name="connsiteX6" fmla="*/ 453155 w 914400"/>
                <a:gd name="connsiteY6" fmla="*/ 914401 h 1054191"/>
                <a:gd name="connsiteX7" fmla="*/ 266525 w 914400"/>
                <a:gd name="connsiteY7" fmla="*/ 1026019 h 1054191"/>
                <a:gd name="connsiteX8" fmla="*/ 262655 w 914400"/>
                <a:gd name="connsiteY8" fmla="*/ 1054191 h 1054191"/>
                <a:gd name="connsiteX9" fmla="*/ 0 w 914400"/>
                <a:gd name="connsiteY9" fmla="*/ 1054191 h 1054191"/>
                <a:gd name="connsiteX10" fmla="*/ 0 w 914400"/>
                <a:gd name="connsiteY10" fmla="*/ 139791 h 1054191"/>
                <a:gd name="connsiteX11" fmla="*/ 262654 w 914400"/>
                <a:gd name="connsiteY11" fmla="*/ 139791 h 1054191"/>
                <a:gd name="connsiteX12" fmla="*/ 453154 w 914400"/>
                <a:gd name="connsiteY12" fmla="*/ 0 h 105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400" h="1054191">
                  <a:moveTo>
                    <a:pt x="453154" y="0"/>
                  </a:moveTo>
                  <a:cubicBezTo>
                    <a:pt x="558364" y="0"/>
                    <a:pt x="643654" y="62587"/>
                    <a:pt x="643654" y="139791"/>
                  </a:cubicBezTo>
                  <a:lnTo>
                    <a:pt x="914400" y="139791"/>
                  </a:lnTo>
                  <a:lnTo>
                    <a:pt x="914400" y="1054191"/>
                  </a:lnTo>
                  <a:lnTo>
                    <a:pt x="643655" y="1054191"/>
                  </a:lnTo>
                  <a:lnTo>
                    <a:pt x="639785" y="1026019"/>
                  </a:lnTo>
                  <a:cubicBezTo>
                    <a:pt x="622021" y="962319"/>
                    <a:pt x="545214" y="914401"/>
                    <a:pt x="453155" y="914401"/>
                  </a:cubicBezTo>
                  <a:cubicBezTo>
                    <a:pt x="361096" y="914401"/>
                    <a:pt x="284289" y="962319"/>
                    <a:pt x="266525" y="1026019"/>
                  </a:cubicBezTo>
                  <a:lnTo>
                    <a:pt x="262655" y="1054191"/>
                  </a:lnTo>
                  <a:lnTo>
                    <a:pt x="0" y="1054191"/>
                  </a:lnTo>
                  <a:lnTo>
                    <a:pt x="0" y="139791"/>
                  </a:lnTo>
                  <a:lnTo>
                    <a:pt x="262654" y="139791"/>
                  </a:lnTo>
                  <a:cubicBezTo>
                    <a:pt x="262654" y="62587"/>
                    <a:pt x="347944" y="0"/>
                    <a:pt x="453154" y="0"/>
                  </a:cubicBezTo>
                  <a:close/>
                </a:path>
              </a:pathLst>
            </a:custGeom>
            <a:solidFill>
              <a:schemeClr val="accent6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1F22B4C-0E1A-4093-9F68-D284CCC9C1F3}"/>
                </a:ext>
              </a:extLst>
            </p:cNvPr>
            <p:cNvSpPr/>
            <p:nvPr/>
          </p:nvSpPr>
          <p:spPr>
            <a:xfrm>
              <a:off x="6065920" y="2336999"/>
              <a:ext cx="728582" cy="839967"/>
            </a:xfrm>
            <a:custGeom>
              <a:avLst/>
              <a:gdLst>
                <a:gd name="connsiteX0" fmla="*/ 0 w 914400"/>
                <a:gd name="connsiteY0" fmla="*/ 0 h 1054192"/>
                <a:gd name="connsiteX1" fmla="*/ 262654 w 914400"/>
                <a:gd name="connsiteY1" fmla="*/ 0 h 1054192"/>
                <a:gd name="connsiteX2" fmla="*/ 453154 w 914400"/>
                <a:gd name="connsiteY2" fmla="*/ 139791 h 1054192"/>
                <a:gd name="connsiteX3" fmla="*/ 643654 w 914400"/>
                <a:gd name="connsiteY3" fmla="*/ 0 h 1054192"/>
                <a:gd name="connsiteX4" fmla="*/ 914400 w 914400"/>
                <a:gd name="connsiteY4" fmla="*/ 0 h 1054192"/>
                <a:gd name="connsiteX5" fmla="*/ 914400 w 914400"/>
                <a:gd name="connsiteY5" fmla="*/ 914400 h 1054192"/>
                <a:gd name="connsiteX6" fmla="*/ 643655 w 914400"/>
                <a:gd name="connsiteY6" fmla="*/ 914400 h 1054192"/>
                <a:gd name="connsiteX7" fmla="*/ 643655 w 914400"/>
                <a:gd name="connsiteY7" fmla="*/ 914401 h 1054192"/>
                <a:gd name="connsiteX8" fmla="*/ 453155 w 914400"/>
                <a:gd name="connsiteY8" fmla="*/ 1054192 h 1054192"/>
                <a:gd name="connsiteX9" fmla="*/ 262655 w 914400"/>
                <a:gd name="connsiteY9" fmla="*/ 914401 h 1054192"/>
                <a:gd name="connsiteX10" fmla="*/ 262655 w 914400"/>
                <a:gd name="connsiteY10" fmla="*/ 914400 h 1054192"/>
                <a:gd name="connsiteX11" fmla="*/ 0 w 914400"/>
                <a:gd name="connsiteY11" fmla="*/ 914400 h 1054192"/>
                <a:gd name="connsiteX12" fmla="*/ 0 w 914400"/>
                <a:gd name="connsiteY12" fmla="*/ 647699 h 1054192"/>
                <a:gd name="connsiteX13" fmla="*/ 139791 w 914400"/>
                <a:gd name="connsiteY13" fmla="*/ 457199 h 1054192"/>
                <a:gd name="connsiteX14" fmla="*/ 0 w 914400"/>
                <a:gd name="connsiteY14" fmla="*/ 266699 h 1054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4400" h="1054192">
                  <a:moveTo>
                    <a:pt x="0" y="0"/>
                  </a:moveTo>
                  <a:lnTo>
                    <a:pt x="262654" y="0"/>
                  </a:lnTo>
                  <a:cubicBezTo>
                    <a:pt x="262654" y="77204"/>
                    <a:pt x="347944" y="139791"/>
                    <a:pt x="453154" y="139791"/>
                  </a:cubicBezTo>
                  <a:cubicBezTo>
                    <a:pt x="558364" y="139791"/>
                    <a:pt x="643654" y="77204"/>
                    <a:pt x="643654" y="0"/>
                  </a:cubicBezTo>
                  <a:lnTo>
                    <a:pt x="914400" y="0"/>
                  </a:lnTo>
                  <a:lnTo>
                    <a:pt x="914400" y="914400"/>
                  </a:lnTo>
                  <a:lnTo>
                    <a:pt x="643655" y="914400"/>
                  </a:lnTo>
                  <a:lnTo>
                    <a:pt x="643655" y="914401"/>
                  </a:lnTo>
                  <a:cubicBezTo>
                    <a:pt x="643655" y="991605"/>
                    <a:pt x="558365" y="1054192"/>
                    <a:pt x="453155" y="1054192"/>
                  </a:cubicBezTo>
                  <a:cubicBezTo>
                    <a:pt x="347945" y="1054192"/>
                    <a:pt x="262655" y="991605"/>
                    <a:pt x="262655" y="914401"/>
                  </a:cubicBezTo>
                  <a:lnTo>
                    <a:pt x="262655" y="914400"/>
                  </a:lnTo>
                  <a:lnTo>
                    <a:pt x="0" y="914400"/>
                  </a:lnTo>
                  <a:lnTo>
                    <a:pt x="0" y="647699"/>
                  </a:lnTo>
                  <a:cubicBezTo>
                    <a:pt x="77204" y="647699"/>
                    <a:pt x="139791" y="562409"/>
                    <a:pt x="139791" y="457199"/>
                  </a:cubicBezTo>
                  <a:cubicBezTo>
                    <a:pt x="139791" y="351989"/>
                    <a:pt x="77204" y="266699"/>
                    <a:pt x="0" y="266699"/>
                  </a:cubicBezTo>
                  <a:close/>
                </a:path>
              </a:pathLst>
            </a:custGeom>
            <a:solidFill>
              <a:schemeClr val="accent6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8E9B91F-1BBD-4E79-ADE3-7A1298E58951}"/>
                </a:ext>
              </a:extLst>
            </p:cNvPr>
            <p:cNvSpPr/>
            <p:nvPr/>
          </p:nvSpPr>
          <p:spPr>
            <a:xfrm rot="10800000">
              <a:off x="6065920" y="3062180"/>
              <a:ext cx="728582" cy="839966"/>
            </a:xfrm>
            <a:custGeom>
              <a:avLst/>
              <a:gdLst>
                <a:gd name="connsiteX0" fmla="*/ 453154 w 914400"/>
                <a:gd name="connsiteY0" fmla="*/ 0 h 1054191"/>
                <a:gd name="connsiteX1" fmla="*/ 643654 w 914400"/>
                <a:gd name="connsiteY1" fmla="*/ 139791 h 1054191"/>
                <a:gd name="connsiteX2" fmla="*/ 914400 w 914400"/>
                <a:gd name="connsiteY2" fmla="*/ 139791 h 1054191"/>
                <a:gd name="connsiteX3" fmla="*/ 914400 w 914400"/>
                <a:gd name="connsiteY3" fmla="*/ 1054191 h 1054191"/>
                <a:gd name="connsiteX4" fmla="*/ 643655 w 914400"/>
                <a:gd name="connsiteY4" fmla="*/ 1054191 h 1054191"/>
                <a:gd name="connsiteX5" fmla="*/ 639785 w 914400"/>
                <a:gd name="connsiteY5" fmla="*/ 1026019 h 1054191"/>
                <a:gd name="connsiteX6" fmla="*/ 453155 w 914400"/>
                <a:gd name="connsiteY6" fmla="*/ 914401 h 1054191"/>
                <a:gd name="connsiteX7" fmla="*/ 266525 w 914400"/>
                <a:gd name="connsiteY7" fmla="*/ 1026019 h 1054191"/>
                <a:gd name="connsiteX8" fmla="*/ 262655 w 914400"/>
                <a:gd name="connsiteY8" fmla="*/ 1054191 h 1054191"/>
                <a:gd name="connsiteX9" fmla="*/ 0 w 914400"/>
                <a:gd name="connsiteY9" fmla="*/ 1054191 h 1054191"/>
                <a:gd name="connsiteX10" fmla="*/ 0 w 914400"/>
                <a:gd name="connsiteY10" fmla="*/ 139791 h 1054191"/>
                <a:gd name="connsiteX11" fmla="*/ 262654 w 914400"/>
                <a:gd name="connsiteY11" fmla="*/ 139791 h 1054191"/>
                <a:gd name="connsiteX12" fmla="*/ 453154 w 914400"/>
                <a:gd name="connsiteY12" fmla="*/ 0 h 105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400" h="1054191">
                  <a:moveTo>
                    <a:pt x="453154" y="0"/>
                  </a:moveTo>
                  <a:cubicBezTo>
                    <a:pt x="558364" y="0"/>
                    <a:pt x="643654" y="62587"/>
                    <a:pt x="643654" y="139791"/>
                  </a:cubicBezTo>
                  <a:lnTo>
                    <a:pt x="914400" y="139791"/>
                  </a:lnTo>
                  <a:lnTo>
                    <a:pt x="914400" y="1054191"/>
                  </a:lnTo>
                  <a:lnTo>
                    <a:pt x="643655" y="1054191"/>
                  </a:lnTo>
                  <a:lnTo>
                    <a:pt x="639785" y="1026019"/>
                  </a:lnTo>
                  <a:cubicBezTo>
                    <a:pt x="622021" y="962319"/>
                    <a:pt x="545214" y="914401"/>
                    <a:pt x="453155" y="914401"/>
                  </a:cubicBezTo>
                  <a:cubicBezTo>
                    <a:pt x="361096" y="914401"/>
                    <a:pt x="284289" y="962319"/>
                    <a:pt x="266525" y="1026019"/>
                  </a:cubicBezTo>
                  <a:lnTo>
                    <a:pt x="262655" y="1054191"/>
                  </a:lnTo>
                  <a:lnTo>
                    <a:pt x="0" y="1054191"/>
                  </a:lnTo>
                  <a:lnTo>
                    <a:pt x="0" y="139791"/>
                  </a:lnTo>
                  <a:lnTo>
                    <a:pt x="262654" y="139791"/>
                  </a:lnTo>
                  <a:cubicBezTo>
                    <a:pt x="262654" y="62587"/>
                    <a:pt x="347944" y="0"/>
                    <a:pt x="453154" y="0"/>
                  </a:cubicBezTo>
                  <a:close/>
                </a:path>
              </a:pathLst>
            </a:custGeom>
            <a:solidFill>
              <a:schemeClr val="accent6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A0F48FB-2F30-4066-B59B-83AD563D2E49}"/>
                </a:ext>
              </a:extLst>
            </p:cNvPr>
            <p:cNvSpPr/>
            <p:nvPr/>
          </p:nvSpPr>
          <p:spPr>
            <a:xfrm rot="10800000">
              <a:off x="6065919" y="3787360"/>
              <a:ext cx="728582" cy="839966"/>
            </a:xfrm>
            <a:custGeom>
              <a:avLst/>
              <a:gdLst>
                <a:gd name="connsiteX0" fmla="*/ 453154 w 914400"/>
                <a:gd name="connsiteY0" fmla="*/ 0 h 1054191"/>
                <a:gd name="connsiteX1" fmla="*/ 643654 w 914400"/>
                <a:gd name="connsiteY1" fmla="*/ 139791 h 1054191"/>
                <a:gd name="connsiteX2" fmla="*/ 914400 w 914400"/>
                <a:gd name="connsiteY2" fmla="*/ 139791 h 1054191"/>
                <a:gd name="connsiteX3" fmla="*/ 914400 w 914400"/>
                <a:gd name="connsiteY3" fmla="*/ 1054191 h 1054191"/>
                <a:gd name="connsiteX4" fmla="*/ 643655 w 914400"/>
                <a:gd name="connsiteY4" fmla="*/ 1054191 h 1054191"/>
                <a:gd name="connsiteX5" fmla="*/ 639785 w 914400"/>
                <a:gd name="connsiteY5" fmla="*/ 1026019 h 1054191"/>
                <a:gd name="connsiteX6" fmla="*/ 453155 w 914400"/>
                <a:gd name="connsiteY6" fmla="*/ 914401 h 1054191"/>
                <a:gd name="connsiteX7" fmla="*/ 266525 w 914400"/>
                <a:gd name="connsiteY7" fmla="*/ 1026019 h 1054191"/>
                <a:gd name="connsiteX8" fmla="*/ 262655 w 914400"/>
                <a:gd name="connsiteY8" fmla="*/ 1054191 h 1054191"/>
                <a:gd name="connsiteX9" fmla="*/ 0 w 914400"/>
                <a:gd name="connsiteY9" fmla="*/ 1054191 h 1054191"/>
                <a:gd name="connsiteX10" fmla="*/ 0 w 914400"/>
                <a:gd name="connsiteY10" fmla="*/ 139791 h 1054191"/>
                <a:gd name="connsiteX11" fmla="*/ 262654 w 914400"/>
                <a:gd name="connsiteY11" fmla="*/ 139791 h 1054191"/>
                <a:gd name="connsiteX12" fmla="*/ 453154 w 914400"/>
                <a:gd name="connsiteY12" fmla="*/ 0 h 105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400" h="1054191">
                  <a:moveTo>
                    <a:pt x="453154" y="0"/>
                  </a:moveTo>
                  <a:cubicBezTo>
                    <a:pt x="558364" y="0"/>
                    <a:pt x="643654" y="62587"/>
                    <a:pt x="643654" y="139791"/>
                  </a:cubicBezTo>
                  <a:lnTo>
                    <a:pt x="914400" y="139791"/>
                  </a:lnTo>
                  <a:lnTo>
                    <a:pt x="914400" y="1054191"/>
                  </a:lnTo>
                  <a:lnTo>
                    <a:pt x="643655" y="1054191"/>
                  </a:lnTo>
                  <a:lnTo>
                    <a:pt x="639785" y="1026019"/>
                  </a:lnTo>
                  <a:cubicBezTo>
                    <a:pt x="622021" y="962319"/>
                    <a:pt x="545214" y="914401"/>
                    <a:pt x="453155" y="914401"/>
                  </a:cubicBezTo>
                  <a:cubicBezTo>
                    <a:pt x="361096" y="914401"/>
                    <a:pt x="284289" y="962319"/>
                    <a:pt x="266525" y="1026019"/>
                  </a:cubicBezTo>
                  <a:lnTo>
                    <a:pt x="262655" y="1054191"/>
                  </a:lnTo>
                  <a:lnTo>
                    <a:pt x="0" y="1054191"/>
                  </a:lnTo>
                  <a:lnTo>
                    <a:pt x="0" y="139791"/>
                  </a:lnTo>
                  <a:lnTo>
                    <a:pt x="262654" y="139791"/>
                  </a:lnTo>
                  <a:cubicBezTo>
                    <a:pt x="262654" y="62587"/>
                    <a:pt x="347944" y="0"/>
                    <a:pt x="453154" y="0"/>
                  </a:cubicBezTo>
                  <a:close/>
                </a:path>
              </a:pathLst>
            </a:custGeom>
            <a:solidFill>
              <a:schemeClr val="accent6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3558597-B8F6-45A4-8C68-2766C3812E9E}"/>
                </a:ext>
              </a:extLst>
            </p:cNvPr>
            <p:cNvSpPr/>
            <p:nvPr/>
          </p:nvSpPr>
          <p:spPr>
            <a:xfrm>
              <a:off x="6065917" y="4512540"/>
              <a:ext cx="728582" cy="839967"/>
            </a:xfrm>
            <a:custGeom>
              <a:avLst/>
              <a:gdLst>
                <a:gd name="connsiteX0" fmla="*/ 0 w 914400"/>
                <a:gd name="connsiteY0" fmla="*/ 0 h 1054192"/>
                <a:gd name="connsiteX1" fmla="*/ 262654 w 914400"/>
                <a:gd name="connsiteY1" fmla="*/ 0 h 1054192"/>
                <a:gd name="connsiteX2" fmla="*/ 453154 w 914400"/>
                <a:gd name="connsiteY2" fmla="*/ 139791 h 1054192"/>
                <a:gd name="connsiteX3" fmla="*/ 643654 w 914400"/>
                <a:gd name="connsiteY3" fmla="*/ 0 h 1054192"/>
                <a:gd name="connsiteX4" fmla="*/ 914400 w 914400"/>
                <a:gd name="connsiteY4" fmla="*/ 0 h 1054192"/>
                <a:gd name="connsiteX5" fmla="*/ 914400 w 914400"/>
                <a:gd name="connsiteY5" fmla="*/ 914400 h 1054192"/>
                <a:gd name="connsiteX6" fmla="*/ 643655 w 914400"/>
                <a:gd name="connsiteY6" fmla="*/ 914400 h 1054192"/>
                <a:gd name="connsiteX7" fmla="*/ 643655 w 914400"/>
                <a:gd name="connsiteY7" fmla="*/ 914401 h 1054192"/>
                <a:gd name="connsiteX8" fmla="*/ 453155 w 914400"/>
                <a:gd name="connsiteY8" fmla="*/ 1054192 h 1054192"/>
                <a:gd name="connsiteX9" fmla="*/ 262655 w 914400"/>
                <a:gd name="connsiteY9" fmla="*/ 914401 h 1054192"/>
                <a:gd name="connsiteX10" fmla="*/ 262655 w 914400"/>
                <a:gd name="connsiteY10" fmla="*/ 914400 h 1054192"/>
                <a:gd name="connsiteX11" fmla="*/ 0 w 914400"/>
                <a:gd name="connsiteY11" fmla="*/ 914400 h 1054192"/>
                <a:gd name="connsiteX12" fmla="*/ 0 w 914400"/>
                <a:gd name="connsiteY12" fmla="*/ 647699 h 1054192"/>
                <a:gd name="connsiteX13" fmla="*/ 139791 w 914400"/>
                <a:gd name="connsiteY13" fmla="*/ 457199 h 1054192"/>
                <a:gd name="connsiteX14" fmla="*/ 0 w 914400"/>
                <a:gd name="connsiteY14" fmla="*/ 266699 h 1054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4400" h="1054192">
                  <a:moveTo>
                    <a:pt x="0" y="0"/>
                  </a:moveTo>
                  <a:lnTo>
                    <a:pt x="262654" y="0"/>
                  </a:lnTo>
                  <a:cubicBezTo>
                    <a:pt x="262654" y="77204"/>
                    <a:pt x="347944" y="139791"/>
                    <a:pt x="453154" y="139791"/>
                  </a:cubicBezTo>
                  <a:cubicBezTo>
                    <a:pt x="558364" y="139791"/>
                    <a:pt x="643654" y="77204"/>
                    <a:pt x="643654" y="0"/>
                  </a:cubicBezTo>
                  <a:lnTo>
                    <a:pt x="914400" y="0"/>
                  </a:lnTo>
                  <a:lnTo>
                    <a:pt x="914400" y="914400"/>
                  </a:lnTo>
                  <a:lnTo>
                    <a:pt x="643655" y="914400"/>
                  </a:lnTo>
                  <a:lnTo>
                    <a:pt x="643655" y="914401"/>
                  </a:lnTo>
                  <a:cubicBezTo>
                    <a:pt x="643655" y="991605"/>
                    <a:pt x="558365" y="1054192"/>
                    <a:pt x="453155" y="1054192"/>
                  </a:cubicBezTo>
                  <a:cubicBezTo>
                    <a:pt x="347945" y="1054192"/>
                    <a:pt x="262655" y="991605"/>
                    <a:pt x="262655" y="914401"/>
                  </a:cubicBezTo>
                  <a:lnTo>
                    <a:pt x="262655" y="914400"/>
                  </a:lnTo>
                  <a:lnTo>
                    <a:pt x="0" y="914400"/>
                  </a:lnTo>
                  <a:lnTo>
                    <a:pt x="0" y="647699"/>
                  </a:lnTo>
                  <a:cubicBezTo>
                    <a:pt x="77204" y="647699"/>
                    <a:pt x="139791" y="562409"/>
                    <a:pt x="139791" y="457199"/>
                  </a:cubicBezTo>
                  <a:cubicBezTo>
                    <a:pt x="139791" y="351989"/>
                    <a:pt x="77204" y="266699"/>
                    <a:pt x="0" y="266699"/>
                  </a:cubicBezTo>
                  <a:close/>
                </a:path>
              </a:pathLst>
            </a:custGeom>
            <a:solidFill>
              <a:schemeClr val="accent6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8FDE8B0-D8A1-4AB0-80B9-AB913DDC4921}"/>
                </a:ext>
              </a:extLst>
            </p:cNvPr>
            <p:cNvSpPr/>
            <p:nvPr/>
          </p:nvSpPr>
          <p:spPr>
            <a:xfrm rot="10800000">
              <a:off x="6065915" y="5237720"/>
              <a:ext cx="728582" cy="839966"/>
            </a:xfrm>
            <a:custGeom>
              <a:avLst/>
              <a:gdLst>
                <a:gd name="connsiteX0" fmla="*/ 453154 w 914400"/>
                <a:gd name="connsiteY0" fmla="*/ 0 h 1054191"/>
                <a:gd name="connsiteX1" fmla="*/ 643654 w 914400"/>
                <a:gd name="connsiteY1" fmla="*/ 139791 h 1054191"/>
                <a:gd name="connsiteX2" fmla="*/ 914400 w 914400"/>
                <a:gd name="connsiteY2" fmla="*/ 139791 h 1054191"/>
                <a:gd name="connsiteX3" fmla="*/ 914400 w 914400"/>
                <a:gd name="connsiteY3" fmla="*/ 1054191 h 1054191"/>
                <a:gd name="connsiteX4" fmla="*/ 643655 w 914400"/>
                <a:gd name="connsiteY4" fmla="*/ 1054191 h 1054191"/>
                <a:gd name="connsiteX5" fmla="*/ 639785 w 914400"/>
                <a:gd name="connsiteY5" fmla="*/ 1026019 h 1054191"/>
                <a:gd name="connsiteX6" fmla="*/ 453155 w 914400"/>
                <a:gd name="connsiteY6" fmla="*/ 914401 h 1054191"/>
                <a:gd name="connsiteX7" fmla="*/ 266525 w 914400"/>
                <a:gd name="connsiteY7" fmla="*/ 1026019 h 1054191"/>
                <a:gd name="connsiteX8" fmla="*/ 262655 w 914400"/>
                <a:gd name="connsiteY8" fmla="*/ 1054191 h 1054191"/>
                <a:gd name="connsiteX9" fmla="*/ 0 w 914400"/>
                <a:gd name="connsiteY9" fmla="*/ 1054191 h 1054191"/>
                <a:gd name="connsiteX10" fmla="*/ 0 w 914400"/>
                <a:gd name="connsiteY10" fmla="*/ 139791 h 1054191"/>
                <a:gd name="connsiteX11" fmla="*/ 262654 w 914400"/>
                <a:gd name="connsiteY11" fmla="*/ 139791 h 1054191"/>
                <a:gd name="connsiteX12" fmla="*/ 453154 w 914400"/>
                <a:gd name="connsiteY12" fmla="*/ 0 h 105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400" h="1054191">
                  <a:moveTo>
                    <a:pt x="453154" y="0"/>
                  </a:moveTo>
                  <a:cubicBezTo>
                    <a:pt x="558364" y="0"/>
                    <a:pt x="643654" y="62587"/>
                    <a:pt x="643654" y="139791"/>
                  </a:cubicBezTo>
                  <a:lnTo>
                    <a:pt x="914400" y="139791"/>
                  </a:lnTo>
                  <a:lnTo>
                    <a:pt x="914400" y="1054191"/>
                  </a:lnTo>
                  <a:lnTo>
                    <a:pt x="643655" y="1054191"/>
                  </a:lnTo>
                  <a:lnTo>
                    <a:pt x="639785" y="1026019"/>
                  </a:lnTo>
                  <a:cubicBezTo>
                    <a:pt x="622021" y="962319"/>
                    <a:pt x="545214" y="914401"/>
                    <a:pt x="453155" y="914401"/>
                  </a:cubicBezTo>
                  <a:cubicBezTo>
                    <a:pt x="361096" y="914401"/>
                    <a:pt x="284289" y="962319"/>
                    <a:pt x="266525" y="1026019"/>
                  </a:cubicBezTo>
                  <a:lnTo>
                    <a:pt x="262655" y="1054191"/>
                  </a:lnTo>
                  <a:lnTo>
                    <a:pt x="0" y="1054191"/>
                  </a:lnTo>
                  <a:lnTo>
                    <a:pt x="0" y="139791"/>
                  </a:lnTo>
                  <a:lnTo>
                    <a:pt x="262654" y="139791"/>
                  </a:lnTo>
                  <a:cubicBezTo>
                    <a:pt x="262654" y="62587"/>
                    <a:pt x="347944" y="0"/>
                    <a:pt x="453154" y="0"/>
                  </a:cubicBezTo>
                  <a:close/>
                </a:path>
              </a:pathLst>
            </a:custGeom>
            <a:solidFill>
              <a:schemeClr val="accent6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CD0CA09-6C7A-4D84-8260-A9F3210EBA58}"/>
                </a:ext>
              </a:extLst>
            </p:cNvPr>
            <p:cNvSpPr/>
            <p:nvPr/>
          </p:nvSpPr>
          <p:spPr>
            <a:xfrm rot="10800000">
              <a:off x="6065914" y="5962900"/>
              <a:ext cx="728582" cy="839966"/>
            </a:xfrm>
            <a:custGeom>
              <a:avLst/>
              <a:gdLst>
                <a:gd name="connsiteX0" fmla="*/ 453154 w 914400"/>
                <a:gd name="connsiteY0" fmla="*/ 0 h 1054191"/>
                <a:gd name="connsiteX1" fmla="*/ 643654 w 914400"/>
                <a:gd name="connsiteY1" fmla="*/ 139791 h 1054191"/>
                <a:gd name="connsiteX2" fmla="*/ 914400 w 914400"/>
                <a:gd name="connsiteY2" fmla="*/ 139791 h 1054191"/>
                <a:gd name="connsiteX3" fmla="*/ 914400 w 914400"/>
                <a:gd name="connsiteY3" fmla="*/ 1054191 h 1054191"/>
                <a:gd name="connsiteX4" fmla="*/ 643655 w 914400"/>
                <a:gd name="connsiteY4" fmla="*/ 1054191 h 1054191"/>
                <a:gd name="connsiteX5" fmla="*/ 639785 w 914400"/>
                <a:gd name="connsiteY5" fmla="*/ 1026019 h 1054191"/>
                <a:gd name="connsiteX6" fmla="*/ 453155 w 914400"/>
                <a:gd name="connsiteY6" fmla="*/ 914401 h 1054191"/>
                <a:gd name="connsiteX7" fmla="*/ 266525 w 914400"/>
                <a:gd name="connsiteY7" fmla="*/ 1026019 h 1054191"/>
                <a:gd name="connsiteX8" fmla="*/ 262655 w 914400"/>
                <a:gd name="connsiteY8" fmla="*/ 1054191 h 1054191"/>
                <a:gd name="connsiteX9" fmla="*/ 0 w 914400"/>
                <a:gd name="connsiteY9" fmla="*/ 1054191 h 1054191"/>
                <a:gd name="connsiteX10" fmla="*/ 0 w 914400"/>
                <a:gd name="connsiteY10" fmla="*/ 139791 h 1054191"/>
                <a:gd name="connsiteX11" fmla="*/ 262654 w 914400"/>
                <a:gd name="connsiteY11" fmla="*/ 139791 h 1054191"/>
                <a:gd name="connsiteX12" fmla="*/ 453154 w 914400"/>
                <a:gd name="connsiteY12" fmla="*/ 0 h 105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400" h="1054191">
                  <a:moveTo>
                    <a:pt x="453154" y="0"/>
                  </a:moveTo>
                  <a:cubicBezTo>
                    <a:pt x="558364" y="0"/>
                    <a:pt x="643654" y="62587"/>
                    <a:pt x="643654" y="139791"/>
                  </a:cubicBezTo>
                  <a:lnTo>
                    <a:pt x="914400" y="139791"/>
                  </a:lnTo>
                  <a:lnTo>
                    <a:pt x="914400" y="1054191"/>
                  </a:lnTo>
                  <a:lnTo>
                    <a:pt x="643655" y="1054191"/>
                  </a:lnTo>
                  <a:lnTo>
                    <a:pt x="639785" y="1026019"/>
                  </a:lnTo>
                  <a:cubicBezTo>
                    <a:pt x="622021" y="962319"/>
                    <a:pt x="545214" y="914401"/>
                    <a:pt x="453155" y="914401"/>
                  </a:cubicBezTo>
                  <a:cubicBezTo>
                    <a:pt x="361096" y="914401"/>
                    <a:pt x="284289" y="962319"/>
                    <a:pt x="266525" y="1026019"/>
                  </a:cubicBezTo>
                  <a:lnTo>
                    <a:pt x="262655" y="1054191"/>
                  </a:lnTo>
                  <a:lnTo>
                    <a:pt x="0" y="1054191"/>
                  </a:lnTo>
                  <a:lnTo>
                    <a:pt x="0" y="139791"/>
                  </a:lnTo>
                  <a:lnTo>
                    <a:pt x="262654" y="139791"/>
                  </a:lnTo>
                  <a:cubicBezTo>
                    <a:pt x="262654" y="62587"/>
                    <a:pt x="347944" y="0"/>
                    <a:pt x="453154" y="0"/>
                  </a:cubicBezTo>
                  <a:close/>
                </a:path>
              </a:pathLst>
            </a:custGeom>
            <a:solidFill>
              <a:schemeClr val="accent6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85A7200-01D9-4645-BC24-D479B639EF56}"/>
                </a:ext>
              </a:extLst>
            </p:cNvPr>
            <p:cNvSpPr/>
            <p:nvPr/>
          </p:nvSpPr>
          <p:spPr>
            <a:xfrm rot="10800000">
              <a:off x="6065912" y="6688080"/>
              <a:ext cx="728584" cy="728584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266698 h 914400"/>
                <a:gd name="connsiteX3" fmla="*/ 774609 w 914400"/>
                <a:gd name="connsiteY3" fmla="*/ 457198 h 914400"/>
                <a:gd name="connsiteX4" fmla="*/ 914400 w 914400"/>
                <a:gd name="connsiteY4" fmla="*/ 647698 h 914400"/>
                <a:gd name="connsiteX5" fmla="*/ 914400 w 914400"/>
                <a:gd name="connsiteY5" fmla="*/ 914400 h 914400"/>
                <a:gd name="connsiteX6" fmla="*/ 643655 w 914400"/>
                <a:gd name="connsiteY6" fmla="*/ 914400 h 914400"/>
                <a:gd name="connsiteX7" fmla="*/ 639785 w 914400"/>
                <a:gd name="connsiteY7" fmla="*/ 886228 h 914400"/>
                <a:gd name="connsiteX8" fmla="*/ 453155 w 914400"/>
                <a:gd name="connsiteY8" fmla="*/ 774610 h 914400"/>
                <a:gd name="connsiteX9" fmla="*/ 266525 w 914400"/>
                <a:gd name="connsiteY9" fmla="*/ 886228 h 914400"/>
                <a:gd name="connsiteX10" fmla="*/ 262655 w 914400"/>
                <a:gd name="connsiteY10" fmla="*/ 914400 h 914400"/>
                <a:gd name="connsiteX11" fmla="*/ 0 w 914400"/>
                <a:gd name="connsiteY11" fmla="*/ 914400 h 914400"/>
                <a:gd name="connsiteX12" fmla="*/ 0 w 914400"/>
                <a:gd name="connsiteY12" fmla="*/ 647699 h 914400"/>
                <a:gd name="connsiteX13" fmla="*/ 139791 w 914400"/>
                <a:gd name="connsiteY13" fmla="*/ 457199 h 914400"/>
                <a:gd name="connsiteX14" fmla="*/ 0 w 914400"/>
                <a:gd name="connsiteY14" fmla="*/ 266699 h 914400"/>
                <a:gd name="connsiteX15" fmla="*/ 0 w 914400"/>
                <a:gd name="connsiteY15" fmla="*/ 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266698"/>
                  </a:lnTo>
                  <a:cubicBezTo>
                    <a:pt x="837196" y="266698"/>
                    <a:pt x="774609" y="351988"/>
                    <a:pt x="774609" y="457198"/>
                  </a:cubicBezTo>
                  <a:cubicBezTo>
                    <a:pt x="774609" y="562408"/>
                    <a:pt x="837196" y="647698"/>
                    <a:pt x="914400" y="647698"/>
                  </a:cubicBezTo>
                  <a:lnTo>
                    <a:pt x="914400" y="914400"/>
                  </a:lnTo>
                  <a:lnTo>
                    <a:pt x="643655" y="914400"/>
                  </a:lnTo>
                  <a:lnTo>
                    <a:pt x="639785" y="886228"/>
                  </a:lnTo>
                  <a:cubicBezTo>
                    <a:pt x="622021" y="822528"/>
                    <a:pt x="545214" y="774610"/>
                    <a:pt x="453155" y="774610"/>
                  </a:cubicBezTo>
                  <a:cubicBezTo>
                    <a:pt x="361096" y="774610"/>
                    <a:pt x="284289" y="822528"/>
                    <a:pt x="266525" y="886228"/>
                  </a:cubicBezTo>
                  <a:lnTo>
                    <a:pt x="262655" y="914400"/>
                  </a:lnTo>
                  <a:lnTo>
                    <a:pt x="0" y="914400"/>
                  </a:lnTo>
                  <a:lnTo>
                    <a:pt x="0" y="647699"/>
                  </a:lnTo>
                  <a:cubicBezTo>
                    <a:pt x="77204" y="647699"/>
                    <a:pt x="139791" y="562409"/>
                    <a:pt x="139791" y="457199"/>
                  </a:cubicBezTo>
                  <a:cubicBezTo>
                    <a:pt x="139791" y="351989"/>
                    <a:pt x="77204" y="266699"/>
                    <a:pt x="0" y="2666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B757EE2-C92B-4ADE-A278-B1D300B93483}"/>
                </a:ext>
              </a:extLst>
            </p:cNvPr>
            <p:cNvSpPr/>
            <p:nvPr/>
          </p:nvSpPr>
          <p:spPr>
            <a:xfrm rot="5400000">
              <a:off x="5395355" y="6628986"/>
              <a:ext cx="728582" cy="839966"/>
            </a:xfrm>
            <a:custGeom>
              <a:avLst/>
              <a:gdLst>
                <a:gd name="connsiteX0" fmla="*/ 453154 w 914400"/>
                <a:gd name="connsiteY0" fmla="*/ 0 h 1054191"/>
                <a:gd name="connsiteX1" fmla="*/ 643654 w 914400"/>
                <a:gd name="connsiteY1" fmla="*/ 139791 h 1054191"/>
                <a:gd name="connsiteX2" fmla="*/ 914400 w 914400"/>
                <a:gd name="connsiteY2" fmla="*/ 139791 h 1054191"/>
                <a:gd name="connsiteX3" fmla="*/ 914400 w 914400"/>
                <a:gd name="connsiteY3" fmla="*/ 1054191 h 1054191"/>
                <a:gd name="connsiteX4" fmla="*/ 643655 w 914400"/>
                <a:gd name="connsiteY4" fmla="*/ 1054191 h 1054191"/>
                <a:gd name="connsiteX5" fmla="*/ 639785 w 914400"/>
                <a:gd name="connsiteY5" fmla="*/ 1026019 h 1054191"/>
                <a:gd name="connsiteX6" fmla="*/ 453155 w 914400"/>
                <a:gd name="connsiteY6" fmla="*/ 914401 h 1054191"/>
                <a:gd name="connsiteX7" fmla="*/ 266525 w 914400"/>
                <a:gd name="connsiteY7" fmla="*/ 1026019 h 1054191"/>
                <a:gd name="connsiteX8" fmla="*/ 262655 w 914400"/>
                <a:gd name="connsiteY8" fmla="*/ 1054191 h 1054191"/>
                <a:gd name="connsiteX9" fmla="*/ 0 w 914400"/>
                <a:gd name="connsiteY9" fmla="*/ 1054191 h 1054191"/>
                <a:gd name="connsiteX10" fmla="*/ 0 w 914400"/>
                <a:gd name="connsiteY10" fmla="*/ 139791 h 1054191"/>
                <a:gd name="connsiteX11" fmla="*/ 262654 w 914400"/>
                <a:gd name="connsiteY11" fmla="*/ 139791 h 1054191"/>
                <a:gd name="connsiteX12" fmla="*/ 453154 w 914400"/>
                <a:gd name="connsiteY12" fmla="*/ 0 h 105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400" h="1054191">
                  <a:moveTo>
                    <a:pt x="453154" y="0"/>
                  </a:moveTo>
                  <a:cubicBezTo>
                    <a:pt x="558364" y="0"/>
                    <a:pt x="643654" y="62587"/>
                    <a:pt x="643654" y="139791"/>
                  </a:cubicBezTo>
                  <a:lnTo>
                    <a:pt x="914400" y="139791"/>
                  </a:lnTo>
                  <a:lnTo>
                    <a:pt x="914400" y="1054191"/>
                  </a:lnTo>
                  <a:lnTo>
                    <a:pt x="643655" y="1054191"/>
                  </a:lnTo>
                  <a:lnTo>
                    <a:pt x="639785" y="1026019"/>
                  </a:lnTo>
                  <a:cubicBezTo>
                    <a:pt x="622021" y="962319"/>
                    <a:pt x="545214" y="914401"/>
                    <a:pt x="453155" y="914401"/>
                  </a:cubicBezTo>
                  <a:cubicBezTo>
                    <a:pt x="361096" y="914401"/>
                    <a:pt x="284289" y="962319"/>
                    <a:pt x="266525" y="1026019"/>
                  </a:cubicBezTo>
                  <a:lnTo>
                    <a:pt x="262655" y="1054191"/>
                  </a:lnTo>
                  <a:lnTo>
                    <a:pt x="0" y="1054191"/>
                  </a:lnTo>
                  <a:lnTo>
                    <a:pt x="0" y="139791"/>
                  </a:lnTo>
                  <a:lnTo>
                    <a:pt x="262654" y="139791"/>
                  </a:lnTo>
                  <a:cubicBezTo>
                    <a:pt x="262654" y="62587"/>
                    <a:pt x="347944" y="0"/>
                    <a:pt x="453154" y="0"/>
                  </a:cubicBezTo>
                  <a:close/>
                </a:path>
              </a:pathLst>
            </a:cu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F4B475C-4915-4D2B-A966-AACE303FE79D}"/>
                </a:ext>
              </a:extLst>
            </p:cNvPr>
            <p:cNvSpPr/>
            <p:nvPr/>
          </p:nvSpPr>
          <p:spPr>
            <a:xfrm rot="10800000">
              <a:off x="4609218" y="6684680"/>
              <a:ext cx="839963" cy="728580"/>
            </a:xfrm>
            <a:custGeom>
              <a:avLst/>
              <a:gdLst>
                <a:gd name="connsiteX0" fmla="*/ 139791 w 1054191"/>
                <a:gd name="connsiteY0" fmla="*/ 0 h 914400"/>
                <a:gd name="connsiteX1" fmla="*/ 1054191 w 1054191"/>
                <a:gd name="connsiteY1" fmla="*/ 0 h 914400"/>
                <a:gd name="connsiteX2" fmla="*/ 1054191 w 1054191"/>
                <a:gd name="connsiteY2" fmla="*/ 914400 h 914400"/>
                <a:gd name="connsiteX3" fmla="*/ 139791 w 1054191"/>
                <a:gd name="connsiteY3" fmla="*/ 914400 h 914400"/>
                <a:gd name="connsiteX4" fmla="*/ 139791 w 1054191"/>
                <a:gd name="connsiteY4" fmla="*/ 647699 h 914400"/>
                <a:gd name="connsiteX5" fmla="*/ 0 w 1054191"/>
                <a:gd name="connsiteY5" fmla="*/ 457199 h 914400"/>
                <a:gd name="connsiteX6" fmla="*/ 139791 w 1054191"/>
                <a:gd name="connsiteY6" fmla="*/ 266699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54191" h="914400">
                  <a:moveTo>
                    <a:pt x="139791" y="0"/>
                  </a:moveTo>
                  <a:lnTo>
                    <a:pt x="1054191" y="0"/>
                  </a:lnTo>
                  <a:lnTo>
                    <a:pt x="1054191" y="914400"/>
                  </a:lnTo>
                  <a:lnTo>
                    <a:pt x="139791" y="914400"/>
                  </a:lnTo>
                  <a:lnTo>
                    <a:pt x="139791" y="647699"/>
                  </a:lnTo>
                  <a:cubicBezTo>
                    <a:pt x="62587" y="647699"/>
                    <a:pt x="0" y="562409"/>
                    <a:pt x="0" y="457199"/>
                  </a:cubicBezTo>
                  <a:cubicBezTo>
                    <a:pt x="0" y="351989"/>
                    <a:pt x="62587" y="266699"/>
                    <a:pt x="139791" y="266699"/>
                  </a:cubicBezTo>
                  <a:close/>
                </a:path>
              </a:pathLst>
            </a:cu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66B0096-EFAE-48E2-88EE-8E4758138578}"/>
                </a:ext>
              </a:extLst>
            </p:cNvPr>
            <p:cNvSpPr/>
            <p:nvPr/>
          </p:nvSpPr>
          <p:spPr>
            <a:xfrm rot="16200000" flipH="1">
              <a:off x="6736470" y="6628986"/>
              <a:ext cx="728582" cy="839966"/>
            </a:xfrm>
            <a:custGeom>
              <a:avLst/>
              <a:gdLst>
                <a:gd name="connsiteX0" fmla="*/ 453154 w 914400"/>
                <a:gd name="connsiteY0" fmla="*/ 0 h 1054191"/>
                <a:gd name="connsiteX1" fmla="*/ 643654 w 914400"/>
                <a:gd name="connsiteY1" fmla="*/ 139791 h 1054191"/>
                <a:gd name="connsiteX2" fmla="*/ 914400 w 914400"/>
                <a:gd name="connsiteY2" fmla="*/ 139791 h 1054191"/>
                <a:gd name="connsiteX3" fmla="*/ 914400 w 914400"/>
                <a:gd name="connsiteY3" fmla="*/ 1054191 h 1054191"/>
                <a:gd name="connsiteX4" fmla="*/ 643655 w 914400"/>
                <a:gd name="connsiteY4" fmla="*/ 1054191 h 1054191"/>
                <a:gd name="connsiteX5" fmla="*/ 639785 w 914400"/>
                <a:gd name="connsiteY5" fmla="*/ 1026019 h 1054191"/>
                <a:gd name="connsiteX6" fmla="*/ 453155 w 914400"/>
                <a:gd name="connsiteY6" fmla="*/ 914401 h 1054191"/>
                <a:gd name="connsiteX7" fmla="*/ 266525 w 914400"/>
                <a:gd name="connsiteY7" fmla="*/ 1026019 h 1054191"/>
                <a:gd name="connsiteX8" fmla="*/ 262655 w 914400"/>
                <a:gd name="connsiteY8" fmla="*/ 1054191 h 1054191"/>
                <a:gd name="connsiteX9" fmla="*/ 0 w 914400"/>
                <a:gd name="connsiteY9" fmla="*/ 1054191 h 1054191"/>
                <a:gd name="connsiteX10" fmla="*/ 0 w 914400"/>
                <a:gd name="connsiteY10" fmla="*/ 139791 h 1054191"/>
                <a:gd name="connsiteX11" fmla="*/ 262654 w 914400"/>
                <a:gd name="connsiteY11" fmla="*/ 139791 h 1054191"/>
                <a:gd name="connsiteX12" fmla="*/ 453154 w 914400"/>
                <a:gd name="connsiteY12" fmla="*/ 0 h 105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400" h="1054191">
                  <a:moveTo>
                    <a:pt x="453154" y="0"/>
                  </a:moveTo>
                  <a:cubicBezTo>
                    <a:pt x="558364" y="0"/>
                    <a:pt x="643654" y="62587"/>
                    <a:pt x="643654" y="139791"/>
                  </a:cubicBezTo>
                  <a:lnTo>
                    <a:pt x="914400" y="139791"/>
                  </a:lnTo>
                  <a:lnTo>
                    <a:pt x="914400" y="1054191"/>
                  </a:lnTo>
                  <a:lnTo>
                    <a:pt x="643655" y="1054191"/>
                  </a:lnTo>
                  <a:lnTo>
                    <a:pt x="639785" y="1026019"/>
                  </a:lnTo>
                  <a:cubicBezTo>
                    <a:pt x="622021" y="962319"/>
                    <a:pt x="545214" y="914401"/>
                    <a:pt x="453155" y="914401"/>
                  </a:cubicBezTo>
                  <a:cubicBezTo>
                    <a:pt x="361096" y="914401"/>
                    <a:pt x="284289" y="962319"/>
                    <a:pt x="266525" y="1026019"/>
                  </a:cubicBezTo>
                  <a:lnTo>
                    <a:pt x="262655" y="1054191"/>
                  </a:lnTo>
                  <a:lnTo>
                    <a:pt x="0" y="1054191"/>
                  </a:lnTo>
                  <a:lnTo>
                    <a:pt x="0" y="139791"/>
                  </a:lnTo>
                  <a:lnTo>
                    <a:pt x="262654" y="139791"/>
                  </a:lnTo>
                  <a:cubicBezTo>
                    <a:pt x="262654" y="62587"/>
                    <a:pt x="347944" y="0"/>
                    <a:pt x="453154" y="0"/>
                  </a:cubicBezTo>
                  <a:close/>
                </a:path>
              </a:pathLst>
            </a:cu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107068-1E09-49E5-8320-E98C45BB4F35}"/>
                </a:ext>
              </a:extLst>
            </p:cNvPr>
            <p:cNvSpPr/>
            <p:nvPr/>
          </p:nvSpPr>
          <p:spPr>
            <a:xfrm rot="10800000" flipH="1">
              <a:off x="8135609" y="6684677"/>
              <a:ext cx="839963" cy="728580"/>
            </a:xfrm>
            <a:custGeom>
              <a:avLst/>
              <a:gdLst>
                <a:gd name="connsiteX0" fmla="*/ 139791 w 1054191"/>
                <a:gd name="connsiteY0" fmla="*/ 0 h 914400"/>
                <a:gd name="connsiteX1" fmla="*/ 1054191 w 1054191"/>
                <a:gd name="connsiteY1" fmla="*/ 0 h 914400"/>
                <a:gd name="connsiteX2" fmla="*/ 1054191 w 1054191"/>
                <a:gd name="connsiteY2" fmla="*/ 914400 h 914400"/>
                <a:gd name="connsiteX3" fmla="*/ 139791 w 1054191"/>
                <a:gd name="connsiteY3" fmla="*/ 914400 h 914400"/>
                <a:gd name="connsiteX4" fmla="*/ 139791 w 1054191"/>
                <a:gd name="connsiteY4" fmla="*/ 647699 h 914400"/>
                <a:gd name="connsiteX5" fmla="*/ 0 w 1054191"/>
                <a:gd name="connsiteY5" fmla="*/ 457199 h 914400"/>
                <a:gd name="connsiteX6" fmla="*/ 139791 w 1054191"/>
                <a:gd name="connsiteY6" fmla="*/ 266699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54191" h="914400">
                  <a:moveTo>
                    <a:pt x="139791" y="0"/>
                  </a:moveTo>
                  <a:lnTo>
                    <a:pt x="1054191" y="0"/>
                  </a:lnTo>
                  <a:lnTo>
                    <a:pt x="1054191" y="914400"/>
                  </a:lnTo>
                  <a:lnTo>
                    <a:pt x="139791" y="914400"/>
                  </a:lnTo>
                  <a:lnTo>
                    <a:pt x="139791" y="647699"/>
                  </a:lnTo>
                  <a:cubicBezTo>
                    <a:pt x="62587" y="647699"/>
                    <a:pt x="0" y="562409"/>
                    <a:pt x="0" y="457199"/>
                  </a:cubicBezTo>
                  <a:cubicBezTo>
                    <a:pt x="0" y="351989"/>
                    <a:pt x="62587" y="266699"/>
                    <a:pt x="139791" y="266699"/>
                  </a:cubicBezTo>
                  <a:close/>
                </a:path>
              </a:pathLst>
            </a:cu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1F733A0-8119-4183-9979-0DE4B89DB08F}"/>
                </a:ext>
              </a:extLst>
            </p:cNvPr>
            <p:cNvSpPr/>
            <p:nvPr/>
          </p:nvSpPr>
          <p:spPr>
            <a:xfrm rot="16200000" flipH="1">
              <a:off x="7465053" y="6628986"/>
              <a:ext cx="728582" cy="839966"/>
            </a:xfrm>
            <a:custGeom>
              <a:avLst/>
              <a:gdLst>
                <a:gd name="connsiteX0" fmla="*/ 453154 w 914400"/>
                <a:gd name="connsiteY0" fmla="*/ 0 h 1054191"/>
                <a:gd name="connsiteX1" fmla="*/ 643654 w 914400"/>
                <a:gd name="connsiteY1" fmla="*/ 139791 h 1054191"/>
                <a:gd name="connsiteX2" fmla="*/ 914400 w 914400"/>
                <a:gd name="connsiteY2" fmla="*/ 139791 h 1054191"/>
                <a:gd name="connsiteX3" fmla="*/ 914400 w 914400"/>
                <a:gd name="connsiteY3" fmla="*/ 1054191 h 1054191"/>
                <a:gd name="connsiteX4" fmla="*/ 643655 w 914400"/>
                <a:gd name="connsiteY4" fmla="*/ 1054191 h 1054191"/>
                <a:gd name="connsiteX5" fmla="*/ 639785 w 914400"/>
                <a:gd name="connsiteY5" fmla="*/ 1026019 h 1054191"/>
                <a:gd name="connsiteX6" fmla="*/ 453155 w 914400"/>
                <a:gd name="connsiteY6" fmla="*/ 914401 h 1054191"/>
                <a:gd name="connsiteX7" fmla="*/ 266525 w 914400"/>
                <a:gd name="connsiteY7" fmla="*/ 1026019 h 1054191"/>
                <a:gd name="connsiteX8" fmla="*/ 262655 w 914400"/>
                <a:gd name="connsiteY8" fmla="*/ 1054191 h 1054191"/>
                <a:gd name="connsiteX9" fmla="*/ 0 w 914400"/>
                <a:gd name="connsiteY9" fmla="*/ 1054191 h 1054191"/>
                <a:gd name="connsiteX10" fmla="*/ 0 w 914400"/>
                <a:gd name="connsiteY10" fmla="*/ 139791 h 1054191"/>
                <a:gd name="connsiteX11" fmla="*/ 262654 w 914400"/>
                <a:gd name="connsiteY11" fmla="*/ 139791 h 1054191"/>
                <a:gd name="connsiteX12" fmla="*/ 453154 w 914400"/>
                <a:gd name="connsiteY12" fmla="*/ 0 h 105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400" h="1054191">
                  <a:moveTo>
                    <a:pt x="453154" y="0"/>
                  </a:moveTo>
                  <a:cubicBezTo>
                    <a:pt x="558364" y="0"/>
                    <a:pt x="643654" y="62587"/>
                    <a:pt x="643654" y="139791"/>
                  </a:cubicBezTo>
                  <a:lnTo>
                    <a:pt x="914400" y="139791"/>
                  </a:lnTo>
                  <a:lnTo>
                    <a:pt x="914400" y="1054191"/>
                  </a:lnTo>
                  <a:lnTo>
                    <a:pt x="643655" y="1054191"/>
                  </a:lnTo>
                  <a:lnTo>
                    <a:pt x="639785" y="1026019"/>
                  </a:lnTo>
                  <a:cubicBezTo>
                    <a:pt x="622021" y="962319"/>
                    <a:pt x="545214" y="914401"/>
                    <a:pt x="453155" y="914401"/>
                  </a:cubicBezTo>
                  <a:cubicBezTo>
                    <a:pt x="361096" y="914401"/>
                    <a:pt x="284289" y="962319"/>
                    <a:pt x="266525" y="1026019"/>
                  </a:cubicBezTo>
                  <a:lnTo>
                    <a:pt x="262655" y="1054191"/>
                  </a:lnTo>
                  <a:lnTo>
                    <a:pt x="0" y="1054191"/>
                  </a:lnTo>
                  <a:lnTo>
                    <a:pt x="0" y="139791"/>
                  </a:lnTo>
                  <a:lnTo>
                    <a:pt x="262654" y="139791"/>
                  </a:lnTo>
                  <a:cubicBezTo>
                    <a:pt x="262654" y="62587"/>
                    <a:pt x="347944" y="0"/>
                    <a:pt x="453154" y="0"/>
                  </a:cubicBezTo>
                  <a:close/>
                </a:path>
              </a:pathLst>
            </a:cu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91F0AEC-49F5-48E6-8BB2-1C11C30D5A7D}"/>
                </a:ext>
              </a:extLst>
            </p:cNvPr>
            <p:cNvSpPr/>
            <p:nvPr/>
          </p:nvSpPr>
          <p:spPr>
            <a:xfrm rot="5400000">
              <a:off x="3208216" y="4450041"/>
              <a:ext cx="728582" cy="839966"/>
            </a:xfrm>
            <a:custGeom>
              <a:avLst/>
              <a:gdLst>
                <a:gd name="connsiteX0" fmla="*/ 453154 w 914400"/>
                <a:gd name="connsiteY0" fmla="*/ 0 h 1054191"/>
                <a:gd name="connsiteX1" fmla="*/ 643654 w 914400"/>
                <a:gd name="connsiteY1" fmla="*/ 139791 h 1054191"/>
                <a:gd name="connsiteX2" fmla="*/ 914400 w 914400"/>
                <a:gd name="connsiteY2" fmla="*/ 139791 h 1054191"/>
                <a:gd name="connsiteX3" fmla="*/ 914400 w 914400"/>
                <a:gd name="connsiteY3" fmla="*/ 1054191 h 1054191"/>
                <a:gd name="connsiteX4" fmla="*/ 643655 w 914400"/>
                <a:gd name="connsiteY4" fmla="*/ 1054191 h 1054191"/>
                <a:gd name="connsiteX5" fmla="*/ 639785 w 914400"/>
                <a:gd name="connsiteY5" fmla="*/ 1026019 h 1054191"/>
                <a:gd name="connsiteX6" fmla="*/ 453155 w 914400"/>
                <a:gd name="connsiteY6" fmla="*/ 914401 h 1054191"/>
                <a:gd name="connsiteX7" fmla="*/ 266525 w 914400"/>
                <a:gd name="connsiteY7" fmla="*/ 1026019 h 1054191"/>
                <a:gd name="connsiteX8" fmla="*/ 262655 w 914400"/>
                <a:gd name="connsiteY8" fmla="*/ 1054191 h 1054191"/>
                <a:gd name="connsiteX9" fmla="*/ 0 w 914400"/>
                <a:gd name="connsiteY9" fmla="*/ 1054191 h 1054191"/>
                <a:gd name="connsiteX10" fmla="*/ 0 w 914400"/>
                <a:gd name="connsiteY10" fmla="*/ 139791 h 1054191"/>
                <a:gd name="connsiteX11" fmla="*/ 262654 w 914400"/>
                <a:gd name="connsiteY11" fmla="*/ 139791 h 1054191"/>
                <a:gd name="connsiteX12" fmla="*/ 453154 w 914400"/>
                <a:gd name="connsiteY12" fmla="*/ 0 h 105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400" h="1054191">
                  <a:moveTo>
                    <a:pt x="453154" y="0"/>
                  </a:moveTo>
                  <a:cubicBezTo>
                    <a:pt x="558364" y="0"/>
                    <a:pt x="643654" y="62587"/>
                    <a:pt x="643654" y="139791"/>
                  </a:cubicBezTo>
                  <a:lnTo>
                    <a:pt x="914400" y="139791"/>
                  </a:lnTo>
                  <a:lnTo>
                    <a:pt x="914400" y="1054191"/>
                  </a:lnTo>
                  <a:lnTo>
                    <a:pt x="643655" y="1054191"/>
                  </a:lnTo>
                  <a:lnTo>
                    <a:pt x="639785" y="1026019"/>
                  </a:lnTo>
                  <a:cubicBezTo>
                    <a:pt x="622021" y="962319"/>
                    <a:pt x="545214" y="914401"/>
                    <a:pt x="453155" y="914401"/>
                  </a:cubicBezTo>
                  <a:cubicBezTo>
                    <a:pt x="361096" y="914401"/>
                    <a:pt x="284289" y="962319"/>
                    <a:pt x="266525" y="1026019"/>
                  </a:cubicBezTo>
                  <a:lnTo>
                    <a:pt x="262655" y="1054191"/>
                  </a:lnTo>
                  <a:lnTo>
                    <a:pt x="0" y="1054191"/>
                  </a:lnTo>
                  <a:lnTo>
                    <a:pt x="0" y="139791"/>
                  </a:lnTo>
                  <a:lnTo>
                    <a:pt x="262654" y="139791"/>
                  </a:lnTo>
                  <a:cubicBezTo>
                    <a:pt x="262654" y="62587"/>
                    <a:pt x="347944" y="0"/>
                    <a:pt x="453154" y="0"/>
                  </a:cubicBezTo>
                  <a:close/>
                </a:path>
              </a:pathLst>
            </a:custGeom>
            <a:solidFill>
              <a:srgbClr val="FF73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1291398-EC4B-43AF-9816-2D874203ED3E}"/>
                </a:ext>
              </a:extLst>
            </p:cNvPr>
            <p:cNvSpPr/>
            <p:nvPr/>
          </p:nvSpPr>
          <p:spPr>
            <a:xfrm rot="10800000">
              <a:off x="2422079" y="4505735"/>
              <a:ext cx="839963" cy="728580"/>
            </a:xfrm>
            <a:custGeom>
              <a:avLst/>
              <a:gdLst>
                <a:gd name="connsiteX0" fmla="*/ 139791 w 1054191"/>
                <a:gd name="connsiteY0" fmla="*/ 0 h 914400"/>
                <a:gd name="connsiteX1" fmla="*/ 1054191 w 1054191"/>
                <a:gd name="connsiteY1" fmla="*/ 0 h 914400"/>
                <a:gd name="connsiteX2" fmla="*/ 1054191 w 1054191"/>
                <a:gd name="connsiteY2" fmla="*/ 914400 h 914400"/>
                <a:gd name="connsiteX3" fmla="*/ 139791 w 1054191"/>
                <a:gd name="connsiteY3" fmla="*/ 914400 h 914400"/>
                <a:gd name="connsiteX4" fmla="*/ 139791 w 1054191"/>
                <a:gd name="connsiteY4" fmla="*/ 647699 h 914400"/>
                <a:gd name="connsiteX5" fmla="*/ 0 w 1054191"/>
                <a:gd name="connsiteY5" fmla="*/ 457199 h 914400"/>
                <a:gd name="connsiteX6" fmla="*/ 139791 w 1054191"/>
                <a:gd name="connsiteY6" fmla="*/ 266699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54191" h="914400">
                  <a:moveTo>
                    <a:pt x="139791" y="0"/>
                  </a:moveTo>
                  <a:lnTo>
                    <a:pt x="1054191" y="0"/>
                  </a:lnTo>
                  <a:lnTo>
                    <a:pt x="1054191" y="914400"/>
                  </a:lnTo>
                  <a:lnTo>
                    <a:pt x="139791" y="914400"/>
                  </a:lnTo>
                  <a:lnTo>
                    <a:pt x="139791" y="647699"/>
                  </a:lnTo>
                  <a:cubicBezTo>
                    <a:pt x="62587" y="647699"/>
                    <a:pt x="0" y="562409"/>
                    <a:pt x="0" y="457199"/>
                  </a:cubicBezTo>
                  <a:cubicBezTo>
                    <a:pt x="0" y="351989"/>
                    <a:pt x="62587" y="266699"/>
                    <a:pt x="139791" y="266699"/>
                  </a:cubicBezTo>
                  <a:close/>
                </a:path>
              </a:pathLst>
            </a:custGeom>
            <a:solidFill>
              <a:srgbClr val="FF73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302D17F-C6BB-4ACF-B042-5D5C0737AF05}"/>
                </a:ext>
              </a:extLst>
            </p:cNvPr>
            <p:cNvSpPr/>
            <p:nvPr/>
          </p:nvSpPr>
          <p:spPr>
            <a:xfrm rot="5400000">
              <a:off x="5391158" y="4450041"/>
              <a:ext cx="728582" cy="839966"/>
            </a:xfrm>
            <a:custGeom>
              <a:avLst/>
              <a:gdLst>
                <a:gd name="connsiteX0" fmla="*/ 453154 w 914400"/>
                <a:gd name="connsiteY0" fmla="*/ 0 h 1054191"/>
                <a:gd name="connsiteX1" fmla="*/ 643654 w 914400"/>
                <a:gd name="connsiteY1" fmla="*/ 139791 h 1054191"/>
                <a:gd name="connsiteX2" fmla="*/ 914400 w 914400"/>
                <a:gd name="connsiteY2" fmla="*/ 139791 h 1054191"/>
                <a:gd name="connsiteX3" fmla="*/ 914400 w 914400"/>
                <a:gd name="connsiteY3" fmla="*/ 1054191 h 1054191"/>
                <a:gd name="connsiteX4" fmla="*/ 643655 w 914400"/>
                <a:gd name="connsiteY4" fmla="*/ 1054191 h 1054191"/>
                <a:gd name="connsiteX5" fmla="*/ 639785 w 914400"/>
                <a:gd name="connsiteY5" fmla="*/ 1026019 h 1054191"/>
                <a:gd name="connsiteX6" fmla="*/ 453155 w 914400"/>
                <a:gd name="connsiteY6" fmla="*/ 914401 h 1054191"/>
                <a:gd name="connsiteX7" fmla="*/ 266525 w 914400"/>
                <a:gd name="connsiteY7" fmla="*/ 1026019 h 1054191"/>
                <a:gd name="connsiteX8" fmla="*/ 262655 w 914400"/>
                <a:gd name="connsiteY8" fmla="*/ 1054191 h 1054191"/>
                <a:gd name="connsiteX9" fmla="*/ 0 w 914400"/>
                <a:gd name="connsiteY9" fmla="*/ 1054191 h 1054191"/>
                <a:gd name="connsiteX10" fmla="*/ 0 w 914400"/>
                <a:gd name="connsiteY10" fmla="*/ 139791 h 1054191"/>
                <a:gd name="connsiteX11" fmla="*/ 262654 w 914400"/>
                <a:gd name="connsiteY11" fmla="*/ 139791 h 1054191"/>
                <a:gd name="connsiteX12" fmla="*/ 453154 w 914400"/>
                <a:gd name="connsiteY12" fmla="*/ 0 h 105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400" h="1054191">
                  <a:moveTo>
                    <a:pt x="453154" y="0"/>
                  </a:moveTo>
                  <a:cubicBezTo>
                    <a:pt x="558364" y="0"/>
                    <a:pt x="643654" y="62587"/>
                    <a:pt x="643654" y="139791"/>
                  </a:cubicBezTo>
                  <a:lnTo>
                    <a:pt x="914400" y="139791"/>
                  </a:lnTo>
                  <a:lnTo>
                    <a:pt x="914400" y="1054191"/>
                  </a:lnTo>
                  <a:lnTo>
                    <a:pt x="643655" y="1054191"/>
                  </a:lnTo>
                  <a:lnTo>
                    <a:pt x="639785" y="1026019"/>
                  </a:lnTo>
                  <a:cubicBezTo>
                    <a:pt x="622021" y="962319"/>
                    <a:pt x="545214" y="914401"/>
                    <a:pt x="453155" y="914401"/>
                  </a:cubicBezTo>
                  <a:cubicBezTo>
                    <a:pt x="361096" y="914401"/>
                    <a:pt x="284289" y="962319"/>
                    <a:pt x="266525" y="1026019"/>
                  </a:cubicBezTo>
                  <a:lnTo>
                    <a:pt x="262655" y="1054191"/>
                  </a:lnTo>
                  <a:lnTo>
                    <a:pt x="0" y="1054191"/>
                  </a:lnTo>
                  <a:lnTo>
                    <a:pt x="0" y="139791"/>
                  </a:lnTo>
                  <a:lnTo>
                    <a:pt x="262654" y="139791"/>
                  </a:lnTo>
                  <a:cubicBezTo>
                    <a:pt x="262654" y="62587"/>
                    <a:pt x="347944" y="0"/>
                    <a:pt x="453154" y="0"/>
                  </a:cubicBezTo>
                  <a:close/>
                </a:path>
              </a:pathLst>
            </a:custGeom>
            <a:solidFill>
              <a:srgbClr val="FF73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C586EBB-A8D6-4C49-87B0-4068F69F98C8}"/>
                </a:ext>
              </a:extLst>
            </p:cNvPr>
            <p:cNvSpPr/>
            <p:nvPr/>
          </p:nvSpPr>
          <p:spPr>
            <a:xfrm rot="5400000">
              <a:off x="4660710" y="4450041"/>
              <a:ext cx="728582" cy="839966"/>
            </a:xfrm>
            <a:custGeom>
              <a:avLst/>
              <a:gdLst>
                <a:gd name="connsiteX0" fmla="*/ 453154 w 914400"/>
                <a:gd name="connsiteY0" fmla="*/ 0 h 1054191"/>
                <a:gd name="connsiteX1" fmla="*/ 643654 w 914400"/>
                <a:gd name="connsiteY1" fmla="*/ 139791 h 1054191"/>
                <a:gd name="connsiteX2" fmla="*/ 914400 w 914400"/>
                <a:gd name="connsiteY2" fmla="*/ 139791 h 1054191"/>
                <a:gd name="connsiteX3" fmla="*/ 914400 w 914400"/>
                <a:gd name="connsiteY3" fmla="*/ 1054191 h 1054191"/>
                <a:gd name="connsiteX4" fmla="*/ 643655 w 914400"/>
                <a:gd name="connsiteY4" fmla="*/ 1054191 h 1054191"/>
                <a:gd name="connsiteX5" fmla="*/ 639785 w 914400"/>
                <a:gd name="connsiteY5" fmla="*/ 1026019 h 1054191"/>
                <a:gd name="connsiteX6" fmla="*/ 453155 w 914400"/>
                <a:gd name="connsiteY6" fmla="*/ 914401 h 1054191"/>
                <a:gd name="connsiteX7" fmla="*/ 266525 w 914400"/>
                <a:gd name="connsiteY7" fmla="*/ 1026019 h 1054191"/>
                <a:gd name="connsiteX8" fmla="*/ 262655 w 914400"/>
                <a:gd name="connsiteY8" fmla="*/ 1054191 h 1054191"/>
                <a:gd name="connsiteX9" fmla="*/ 0 w 914400"/>
                <a:gd name="connsiteY9" fmla="*/ 1054191 h 1054191"/>
                <a:gd name="connsiteX10" fmla="*/ 0 w 914400"/>
                <a:gd name="connsiteY10" fmla="*/ 139791 h 1054191"/>
                <a:gd name="connsiteX11" fmla="*/ 262654 w 914400"/>
                <a:gd name="connsiteY11" fmla="*/ 139791 h 1054191"/>
                <a:gd name="connsiteX12" fmla="*/ 453154 w 914400"/>
                <a:gd name="connsiteY12" fmla="*/ 0 h 105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400" h="1054191">
                  <a:moveTo>
                    <a:pt x="453154" y="0"/>
                  </a:moveTo>
                  <a:cubicBezTo>
                    <a:pt x="558364" y="0"/>
                    <a:pt x="643654" y="62587"/>
                    <a:pt x="643654" y="139791"/>
                  </a:cubicBezTo>
                  <a:lnTo>
                    <a:pt x="914400" y="139791"/>
                  </a:lnTo>
                  <a:lnTo>
                    <a:pt x="914400" y="1054191"/>
                  </a:lnTo>
                  <a:lnTo>
                    <a:pt x="643655" y="1054191"/>
                  </a:lnTo>
                  <a:lnTo>
                    <a:pt x="639785" y="1026019"/>
                  </a:lnTo>
                  <a:cubicBezTo>
                    <a:pt x="622021" y="962319"/>
                    <a:pt x="545214" y="914401"/>
                    <a:pt x="453155" y="914401"/>
                  </a:cubicBezTo>
                  <a:cubicBezTo>
                    <a:pt x="361096" y="914401"/>
                    <a:pt x="284289" y="962319"/>
                    <a:pt x="266525" y="1026019"/>
                  </a:cubicBezTo>
                  <a:lnTo>
                    <a:pt x="262655" y="1054191"/>
                  </a:lnTo>
                  <a:lnTo>
                    <a:pt x="0" y="1054191"/>
                  </a:lnTo>
                  <a:lnTo>
                    <a:pt x="0" y="139791"/>
                  </a:lnTo>
                  <a:lnTo>
                    <a:pt x="262654" y="139791"/>
                  </a:lnTo>
                  <a:cubicBezTo>
                    <a:pt x="262654" y="62587"/>
                    <a:pt x="347944" y="0"/>
                    <a:pt x="453154" y="0"/>
                  </a:cubicBezTo>
                  <a:close/>
                </a:path>
              </a:pathLst>
            </a:custGeom>
            <a:solidFill>
              <a:srgbClr val="FF73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B59DB1F-1B1D-4F4D-82E7-1E69636696C5}"/>
                </a:ext>
              </a:extLst>
            </p:cNvPr>
            <p:cNvSpPr/>
            <p:nvPr/>
          </p:nvSpPr>
          <p:spPr>
            <a:xfrm rot="5400000">
              <a:off x="3938661" y="4450041"/>
              <a:ext cx="728582" cy="839966"/>
            </a:xfrm>
            <a:custGeom>
              <a:avLst/>
              <a:gdLst>
                <a:gd name="connsiteX0" fmla="*/ 453154 w 914400"/>
                <a:gd name="connsiteY0" fmla="*/ 0 h 1054191"/>
                <a:gd name="connsiteX1" fmla="*/ 643654 w 914400"/>
                <a:gd name="connsiteY1" fmla="*/ 139791 h 1054191"/>
                <a:gd name="connsiteX2" fmla="*/ 914400 w 914400"/>
                <a:gd name="connsiteY2" fmla="*/ 139791 h 1054191"/>
                <a:gd name="connsiteX3" fmla="*/ 914400 w 914400"/>
                <a:gd name="connsiteY3" fmla="*/ 1054191 h 1054191"/>
                <a:gd name="connsiteX4" fmla="*/ 643655 w 914400"/>
                <a:gd name="connsiteY4" fmla="*/ 1054191 h 1054191"/>
                <a:gd name="connsiteX5" fmla="*/ 639785 w 914400"/>
                <a:gd name="connsiteY5" fmla="*/ 1026019 h 1054191"/>
                <a:gd name="connsiteX6" fmla="*/ 453155 w 914400"/>
                <a:gd name="connsiteY6" fmla="*/ 914401 h 1054191"/>
                <a:gd name="connsiteX7" fmla="*/ 266525 w 914400"/>
                <a:gd name="connsiteY7" fmla="*/ 1026019 h 1054191"/>
                <a:gd name="connsiteX8" fmla="*/ 262655 w 914400"/>
                <a:gd name="connsiteY8" fmla="*/ 1054191 h 1054191"/>
                <a:gd name="connsiteX9" fmla="*/ 0 w 914400"/>
                <a:gd name="connsiteY9" fmla="*/ 1054191 h 1054191"/>
                <a:gd name="connsiteX10" fmla="*/ 0 w 914400"/>
                <a:gd name="connsiteY10" fmla="*/ 139791 h 1054191"/>
                <a:gd name="connsiteX11" fmla="*/ 262654 w 914400"/>
                <a:gd name="connsiteY11" fmla="*/ 139791 h 1054191"/>
                <a:gd name="connsiteX12" fmla="*/ 453154 w 914400"/>
                <a:gd name="connsiteY12" fmla="*/ 0 h 105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400" h="1054191">
                  <a:moveTo>
                    <a:pt x="453154" y="0"/>
                  </a:moveTo>
                  <a:cubicBezTo>
                    <a:pt x="558364" y="0"/>
                    <a:pt x="643654" y="62587"/>
                    <a:pt x="643654" y="139791"/>
                  </a:cubicBezTo>
                  <a:lnTo>
                    <a:pt x="914400" y="139791"/>
                  </a:lnTo>
                  <a:lnTo>
                    <a:pt x="914400" y="1054191"/>
                  </a:lnTo>
                  <a:lnTo>
                    <a:pt x="643655" y="1054191"/>
                  </a:lnTo>
                  <a:lnTo>
                    <a:pt x="639785" y="1026019"/>
                  </a:lnTo>
                  <a:cubicBezTo>
                    <a:pt x="622021" y="962319"/>
                    <a:pt x="545214" y="914401"/>
                    <a:pt x="453155" y="914401"/>
                  </a:cubicBezTo>
                  <a:cubicBezTo>
                    <a:pt x="361096" y="914401"/>
                    <a:pt x="284289" y="962319"/>
                    <a:pt x="266525" y="1026019"/>
                  </a:cubicBezTo>
                  <a:lnTo>
                    <a:pt x="262655" y="1054191"/>
                  </a:lnTo>
                  <a:lnTo>
                    <a:pt x="0" y="1054191"/>
                  </a:lnTo>
                  <a:lnTo>
                    <a:pt x="0" y="139791"/>
                  </a:lnTo>
                  <a:lnTo>
                    <a:pt x="262654" y="139791"/>
                  </a:lnTo>
                  <a:cubicBezTo>
                    <a:pt x="262654" y="62587"/>
                    <a:pt x="347944" y="0"/>
                    <a:pt x="453154" y="0"/>
                  </a:cubicBezTo>
                  <a:close/>
                </a:path>
              </a:pathLst>
            </a:custGeom>
            <a:solidFill>
              <a:srgbClr val="FF73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43F137A-94B9-464F-9C88-499E2DA62CFA}"/>
                </a:ext>
              </a:extLst>
            </p:cNvPr>
            <p:cNvSpPr/>
            <p:nvPr/>
          </p:nvSpPr>
          <p:spPr>
            <a:xfrm rot="5400000">
              <a:off x="3938664" y="2281303"/>
              <a:ext cx="728582" cy="839966"/>
            </a:xfrm>
            <a:custGeom>
              <a:avLst/>
              <a:gdLst>
                <a:gd name="connsiteX0" fmla="*/ 453154 w 914400"/>
                <a:gd name="connsiteY0" fmla="*/ 0 h 1054191"/>
                <a:gd name="connsiteX1" fmla="*/ 643654 w 914400"/>
                <a:gd name="connsiteY1" fmla="*/ 139791 h 1054191"/>
                <a:gd name="connsiteX2" fmla="*/ 914400 w 914400"/>
                <a:gd name="connsiteY2" fmla="*/ 139791 h 1054191"/>
                <a:gd name="connsiteX3" fmla="*/ 914400 w 914400"/>
                <a:gd name="connsiteY3" fmla="*/ 1054191 h 1054191"/>
                <a:gd name="connsiteX4" fmla="*/ 643655 w 914400"/>
                <a:gd name="connsiteY4" fmla="*/ 1054191 h 1054191"/>
                <a:gd name="connsiteX5" fmla="*/ 639785 w 914400"/>
                <a:gd name="connsiteY5" fmla="*/ 1026019 h 1054191"/>
                <a:gd name="connsiteX6" fmla="*/ 453155 w 914400"/>
                <a:gd name="connsiteY6" fmla="*/ 914401 h 1054191"/>
                <a:gd name="connsiteX7" fmla="*/ 266525 w 914400"/>
                <a:gd name="connsiteY7" fmla="*/ 1026019 h 1054191"/>
                <a:gd name="connsiteX8" fmla="*/ 262655 w 914400"/>
                <a:gd name="connsiteY8" fmla="*/ 1054191 h 1054191"/>
                <a:gd name="connsiteX9" fmla="*/ 0 w 914400"/>
                <a:gd name="connsiteY9" fmla="*/ 1054191 h 1054191"/>
                <a:gd name="connsiteX10" fmla="*/ 0 w 914400"/>
                <a:gd name="connsiteY10" fmla="*/ 139791 h 1054191"/>
                <a:gd name="connsiteX11" fmla="*/ 262654 w 914400"/>
                <a:gd name="connsiteY11" fmla="*/ 139791 h 1054191"/>
                <a:gd name="connsiteX12" fmla="*/ 453154 w 914400"/>
                <a:gd name="connsiteY12" fmla="*/ 0 h 105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400" h="1054191">
                  <a:moveTo>
                    <a:pt x="453154" y="0"/>
                  </a:moveTo>
                  <a:cubicBezTo>
                    <a:pt x="558364" y="0"/>
                    <a:pt x="643654" y="62587"/>
                    <a:pt x="643654" y="139791"/>
                  </a:cubicBezTo>
                  <a:lnTo>
                    <a:pt x="914400" y="139791"/>
                  </a:lnTo>
                  <a:lnTo>
                    <a:pt x="914400" y="1054191"/>
                  </a:lnTo>
                  <a:lnTo>
                    <a:pt x="643655" y="1054191"/>
                  </a:lnTo>
                  <a:lnTo>
                    <a:pt x="639785" y="1026019"/>
                  </a:lnTo>
                  <a:cubicBezTo>
                    <a:pt x="622021" y="962319"/>
                    <a:pt x="545214" y="914401"/>
                    <a:pt x="453155" y="914401"/>
                  </a:cubicBezTo>
                  <a:cubicBezTo>
                    <a:pt x="361096" y="914401"/>
                    <a:pt x="284289" y="962319"/>
                    <a:pt x="266525" y="1026019"/>
                  </a:cubicBezTo>
                  <a:lnTo>
                    <a:pt x="262655" y="1054191"/>
                  </a:lnTo>
                  <a:lnTo>
                    <a:pt x="0" y="1054191"/>
                  </a:lnTo>
                  <a:lnTo>
                    <a:pt x="0" y="139791"/>
                  </a:lnTo>
                  <a:lnTo>
                    <a:pt x="262654" y="139791"/>
                  </a:lnTo>
                  <a:cubicBezTo>
                    <a:pt x="262654" y="62587"/>
                    <a:pt x="347944" y="0"/>
                    <a:pt x="453154" y="0"/>
                  </a:cubicBezTo>
                  <a:close/>
                </a:path>
              </a:pathLst>
            </a:custGeom>
            <a:solidFill>
              <a:srgbClr val="DB4437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1D417C18-9FE9-4A34-90D3-1F66B31331CE}"/>
                </a:ext>
              </a:extLst>
            </p:cNvPr>
            <p:cNvSpPr/>
            <p:nvPr/>
          </p:nvSpPr>
          <p:spPr>
            <a:xfrm rot="10800000">
              <a:off x="3152527" y="2336997"/>
              <a:ext cx="839963" cy="728580"/>
            </a:xfrm>
            <a:custGeom>
              <a:avLst/>
              <a:gdLst>
                <a:gd name="connsiteX0" fmla="*/ 139791 w 1054191"/>
                <a:gd name="connsiteY0" fmla="*/ 0 h 914400"/>
                <a:gd name="connsiteX1" fmla="*/ 1054191 w 1054191"/>
                <a:gd name="connsiteY1" fmla="*/ 0 h 914400"/>
                <a:gd name="connsiteX2" fmla="*/ 1054191 w 1054191"/>
                <a:gd name="connsiteY2" fmla="*/ 914400 h 914400"/>
                <a:gd name="connsiteX3" fmla="*/ 139791 w 1054191"/>
                <a:gd name="connsiteY3" fmla="*/ 914400 h 914400"/>
                <a:gd name="connsiteX4" fmla="*/ 139791 w 1054191"/>
                <a:gd name="connsiteY4" fmla="*/ 647699 h 914400"/>
                <a:gd name="connsiteX5" fmla="*/ 0 w 1054191"/>
                <a:gd name="connsiteY5" fmla="*/ 457199 h 914400"/>
                <a:gd name="connsiteX6" fmla="*/ 139791 w 1054191"/>
                <a:gd name="connsiteY6" fmla="*/ 266699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54191" h="914400">
                  <a:moveTo>
                    <a:pt x="139791" y="0"/>
                  </a:moveTo>
                  <a:lnTo>
                    <a:pt x="1054191" y="0"/>
                  </a:lnTo>
                  <a:lnTo>
                    <a:pt x="1054191" y="914400"/>
                  </a:lnTo>
                  <a:lnTo>
                    <a:pt x="139791" y="914400"/>
                  </a:lnTo>
                  <a:lnTo>
                    <a:pt x="139791" y="647699"/>
                  </a:lnTo>
                  <a:cubicBezTo>
                    <a:pt x="62587" y="647699"/>
                    <a:pt x="0" y="562409"/>
                    <a:pt x="0" y="457199"/>
                  </a:cubicBezTo>
                  <a:cubicBezTo>
                    <a:pt x="0" y="351989"/>
                    <a:pt x="62587" y="266699"/>
                    <a:pt x="139791" y="266699"/>
                  </a:cubicBezTo>
                  <a:close/>
                </a:path>
              </a:pathLst>
            </a:custGeom>
            <a:solidFill>
              <a:srgbClr val="DB4437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3640182-5871-40CD-BB68-38EC5C672367}"/>
                </a:ext>
              </a:extLst>
            </p:cNvPr>
            <p:cNvSpPr/>
            <p:nvPr/>
          </p:nvSpPr>
          <p:spPr>
            <a:xfrm rot="5400000">
              <a:off x="5391158" y="2281303"/>
              <a:ext cx="728582" cy="839966"/>
            </a:xfrm>
            <a:custGeom>
              <a:avLst/>
              <a:gdLst>
                <a:gd name="connsiteX0" fmla="*/ 453154 w 914400"/>
                <a:gd name="connsiteY0" fmla="*/ 0 h 1054191"/>
                <a:gd name="connsiteX1" fmla="*/ 643654 w 914400"/>
                <a:gd name="connsiteY1" fmla="*/ 139791 h 1054191"/>
                <a:gd name="connsiteX2" fmla="*/ 914400 w 914400"/>
                <a:gd name="connsiteY2" fmla="*/ 139791 h 1054191"/>
                <a:gd name="connsiteX3" fmla="*/ 914400 w 914400"/>
                <a:gd name="connsiteY3" fmla="*/ 1054191 h 1054191"/>
                <a:gd name="connsiteX4" fmla="*/ 643655 w 914400"/>
                <a:gd name="connsiteY4" fmla="*/ 1054191 h 1054191"/>
                <a:gd name="connsiteX5" fmla="*/ 639785 w 914400"/>
                <a:gd name="connsiteY5" fmla="*/ 1026019 h 1054191"/>
                <a:gd name="connsiteX6" fmla="*/ 453155 w 914400"/>
                <a:gd name="connsiteY6" fmla="*/ 914401 h 1054191"/>
                <a:gd name="connsiteX7" fmla="*/ 266525 w 914400"/>
                <a:gd name="connsiteY7" fmla="*/ 1026019 h 1054191"/>
                <a:gd name="connsiteX8" fmla="*/ 262655 w 914400"/>
                <a:gd name="connsiteY8" fmla="*/ 1054191 h 1054191"/>
                <a:gd name="connsiteX9" fmla="*/ 0 w 914400"/>
                <a:gd name="connsiteY9" fmla="*/ 1054191 h 1054191"/>
                <a:gd name="connsiteX10" fmla="*/ 0 w 914400"/>
                <a:gd name="connsiteY10" fmla="*/ 139791 h 1054191"/>
                <a:gd name="connsiteX11" fmla="*/ 262654 w 914400"/>
                <a:gd name="connsiteY11" fmla="*/ 139791 h 1054191"/>
                <a:gd name="connsiteX12" fmla="*/ 453154 w 914400"/>
                <a:gd name="connsiteY12" fmla="*/ 0 h 105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400" h="1054191">
                  <a:moveTo>
                    <a:pt x="453154" y="0"/>
                  </a:moveTo>
                  <a:cubicBezTo>
                    <a:pt x="558364" y="0"/>
                    <a:pt x="643654" y="62587"/>
                    <a:pt x="643654" y="139791"/>
                  </a:cubicBezTo>
                  <a:lnTo>
                    <a:pt x="914400" y="139791"/>
                  </a:lnTo>
                  <a:lnTo>
                    <a:pt x="914400" y="1054191"/>
                  </a:lnTo>
                  <a:lnTo>
                    <a:pt x="643655" y="1054191"/>
                  </a:lnTo>
                  <a:lnTo>
                    <a:pt x="639785" y="1026019"/>
                  </a:lnTo>
                  <a:cubicBezTo>
                    <a:pt x="622021" y="962319"/>
                    <a:pt x="545214" y="914401"/>
                    <a:pt x="453155" y="914401"/>
                  </a:cubicBezTo>
                  <a:cubicBezTo>
                    <a:pt x="361096" y="914401"/>
                    <a:pt x="284289" y="962319"/>
                    <a:pt x="266525" y="1026019"/>
                  </a:cubicBezTo>
                  <a:lnTo>
                    <a:pt x="262655" y="1054191"/>
                  </a:lnTo>
                  <a:lnTo>
                    <a:pt x="0" y="1054191"/>
                  </a:lnTo>
                  <a:lnTo>
                    <a:pt x="0" y="139791"/>
                  </a:lnTo>
                  <a:lnTo>
                    <a:pt x="262654" y="139791"/>
                  </a:lnTo>
                  <a:cubicBezTo>
                    <a:pt x="262654" y="62587"/>
                    <a:pt x="347944" y="0"/>
                    <a:pt x="453154" y="0"/>
                  </a:cubicBezTo>
                  <a:close/>
                </a:path>
              </a:pathLst>
            </a:custGeom>
            <a:solidFill>
              <a:srgbClr val="DB4437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C44FE89-24BC-462D-BC91-D7BFEEFDC061}"/>
                </a:ext>
              </a:extLst>
            </p:cNvPr>
            <p:cNvSpPr/>
            <p:nvPr/>
          </p:nvSpPr>
          <p:spPr>
            <a:xfrm rot="5400000">
              <a:off x="4669109" y="2281303"/>
              <a:ext cx="728582" cy="839966"/>
            </a:xfrm>
            <a:custGeom>
              <a:avLst/>
              <a:gdLst>
                <a:gd name="connsiteX0" fmla="*/ 453154 w 914400"/>
                <a:gd name="connsiteY0" fmla="*/ 0 h 1054191"/>
                <a:gd name="connsiteX1" fmla="*/ 643654 w 914400"/>
                <a:gd name="connsiteY1" fmla="*/ 139791 h 1054191"/>
                <a:gd name="connsiteX2" fmla="*/ 914400 w 914400"/>
                <a:gd name="connsiteY2" fmla="*/ 139791 h 1054191"/>
                <a:gd name="connsiteX3" fmla="*/ 914400 w 914400"/>
                <a:gd name="connsiteY3" fmla="*/ 1054191 h 1054191"/>
                <a:gd name="connsiteX4" fmla="*/ 643655 w 914400"/>
                <a:gd name="connsiteY4" fmla="*/ 1054191 h 1054191"/>
                <a:gd name="connsiteX5" fmla="*/ 639785 w 914400"/>
                <a:gd name="connsiteY5" fmla="*/ 1026019 h 1054191"/>
                <a:gd name="connsiteX6" fmla="*/ 453155 w 914400"/>
                <a:gd name="connsiteY6" fmla="*/ 914401 h 1054191"/>
                <a:gd name="connsiteX7" fmla="*/ 266525 w 914400"/>
                <a:gd name="connsiteY7" fmla="*/ 1026019 h 1054191"/>
                <a:gd name="connsiteX8" fmla="*/ 262655 w 914400"/>
                <a:gd name="connsiteY8" fmla="*/ 1054191 h 1054191"/>
                <a:gd name="connsiteX9" fmla="*/ 0 w 914400"/>
                <a:gd name="connsiteY9" fmla="*/ 1054191 h 1054191"/>
                <a:gd name="connsiteX10" fmla="*/ 0 w 914400"/>
                <a:gd name="connsiteY10" fmla="*/ 139791 h 1054191"/>
                <a:gd name="connsiteX11" fmla="*/ 262654 w 914400"/>
                <a:gd name="connsiteY11" fmla="*/ 139791 h 1054191"/>
                <a:gd name="connsiteX12" fmla="*/ 453154 w 914400"/>
                <a:gd name="connsiteY12" fmla="*/ 0 h 105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400" h="1054191">
                  <a:moveTo>
                    <a:pt x="453154" y="0"/>
                  </a:moveTo>
                  <a:cubicBezTo>
                    <a:pt x="558364" y="0"/>
                    <a:pt x="643654" y="62587"/>
                    <a:pt x="643654" y="139791"/>
                  </a:cubicBezTo>
                  <a:lnTo>
                    <a:pt x="914400" y="139791"/>
                  </a:lnTo>
                  <a:lnTo>
                    <a:pt x="914400" y="1054191"/>
                  </a:lnTo>
                  <a:lnTo>
                    <a:pt x="643655" y="1054191"/>
                  </a:lnTo>
                  <a:lnTo>
                    <a:pt x="639785" y="1026019"/>
                  </a:lnTo>
                  <a:cubicBezTo>
                    <a:pt x="622021" y="962319"/>
                    <a:pt x="545214" y="914401"/>
                    <a:pt x="453155" y="914401"/>
                  </a:cubicBezTo>
                  <a:cubicBezTo>
                    <a:pt x="361096" y="914401"/>
                    <a:pt x="284289" y="962319"/>
                    <a:pt x="266525" y="1026019"/>
                  </a:cubicBezTo>
                  <a:lnTo>
                    <a:pt x="262655" y="1054191"/>
                  </a:lnTo>
                  <a:lnTo>
                    <a:pt x="0" y="1054191"/>
                  </a:lnTo>
                  <a:lnTo>
                    <a:pt x="0" y="139791"/>
                  </a:lnTo>
                  <a:lnTo>
                    <a:pt x="262654" y="139791"/>
                  </a:lnTo>
                  <a:cubicBezTo>
                    <a:pt x="262654" y="62587"/>
                    <a:pt x="347944" y="0"/>
                    <a:pt x="453154" y="0"/>
                  </a:cubicBezTo>
                  <a:close/>
                </a:path>
              </a:pathLst>
            </a:custGeom>
            <a:solidFill>
              <a:srgbClr val="DB4437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D0804B32-EA57-4214-A045-2A3015F296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729" y="81364"/>
            <a:ext cx="1756871" cy="1037429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14C02B67-CFEA-494D-B90C-1083A7EE2B63}"/>
              </a:ext>
            </a:extLst>
          </p:cNvPr>
          <p:cNvSpPr txBox="1"/>
          <p:nvPr/>
        </p:nvSpPr>
        <p:spPr>
          <a:xfrm>
            <a:off x="266048" y="1007126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AAB6826-4DCE-474C-A1C7-BEDACD0D980A}"/>
              </a:ext>
            </a:extLst>
          </p:cNvPr>
          <p:cNvSpPr txBox="1"/>
          <p:nvPr/>
        </p:nvSpPr>
        <p:spPr>
          <a:xfrm rot="19181013">
            <a:off x="3451293" y="3295336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9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tx1">
                    <a:alpha val="9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9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9000"/>
                  </a:schemeClr>
                </a:solidFill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290025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>
            <a:extLst>
              <a:ext uri="{FF2B5EF4-FFF2-40B4-BE49-F238E27FC236}">
                <a16:creationId xmlns:a16="http://schemas.microsoft.com/office/drawing/2014/main" id="{36FF2DDF-0828-4412-B8D7-9D573BC9FF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91" t="8494" r="17606" b="9716"/>
          <a:stretch/>
        </p:blipFill>
        <p:spPr>
          <a:xfrm>
            <a:off x="1312123" y="3863418"/>
            <a:ext cx="1603775" cy="1746586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EFC8631-DA32-49FB-B02B-51DB5BA98EC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296" r="7851" b="5214"/>
          <a:stretch/>
        </p:blipFill>
        <p:spPr>
          <a:xfrm>
            <a:off x="3517363" y="475934"/>
            <a:ext cx="1756871" cy="1706182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0D2B1617-331C-4CA4-A5A2-7A1DF0BC6A6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480" t="7407" r="17869" b="18590"/>
          <a:stretch/>
        </p:blipFill>
        <p:spPr>
          <a:xfrm flipH="1">
            <a:off x="8122891" y="1603624"/>
            <a:ext cx="1537647" cy="178769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0804B32-EA57-4214-A045-2A3015F296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729" y="81364"/>
            <a:ext cx="1756871" cy="1037429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14C02B67-CFEA-494D-B90C-1083A7EE2B63}"/>
              </a:ext>
            </a:extLst>
          </p:cNvPr>
          <p:cNvSpPr txBox="1"/>
          <p:nvPr/>
        </p:nvSpPr>
        <p:spPr>
          <a:xfrm>
            <a:off x="266048" y="1007126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A456ADB-B285-4A02-91E6-64E6913FA6E8}"/>
              </a:ext>
            </a:extLst>
          </p:cNvPr>
          <p:cNvGrpSpPr/>
          <p:nvPr/>
        </p:nvGrpSpPr>
        <p:grpSpPr>
          <a:xfrm>
            <a:off x="2936768" y="2186899"/>
            <a:ext cx="5186123" cy="5198030"/>
            <a:chOff x="5339669" y="863011"/>
            <a:chExt cx="3646328" cy="3654701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AA9F6B8-21A8-457B-A436-A9140F83FD8A}"/>
                </a:ext>
              </a:extLst>
            </p:cNvPr>
            <p:cNvSpPr/>
            <p:nvPr/>
          </p:nvSpPr>
          <p:spPr>
            <a:xfrm>
              <a:off x="6066906" y="2331947"/>
              <a:ext cx="728586" cy="718485"/>
            </a:xfrm>
            <a:custGeom>
              <a:avLst/>
              <a:gdLst>
                <a:gd name="connsiteX0" fmla="*/ 0 w 914400"/>
                <a:gd name="connsiteY0" fmla="*/ 0 h 914400"/>
                <a:gd name="connsiteX1" fmla="*/ 262654 w 914400"/>
                <a:gd name="connsiteY1" fmla="*/ 0 h 914400"/>
                <a:gd name="connsiteX2" fmla="*/ 453154 w 914400"/>
                <a:gd name="connsiteY2" fmla="*/ 139791 h 914400"/>
                <a:gd name="connsiteX3" fmla="*/ 643654 w 914400"/>
                <a:gd name="connsiteY3" fmla="*/ 0 h 914400"/>
                <a:gd name="connsiteX4" fmla="*/ 914400 w 914400"/>
                <a:gd name="connsiteY4" fmla="*/ 0 h 914400"/>
                <a:gd name="connsiteX5" fmla="*/ 914400 w 914400"/>
                <a:gd name="connsiteY5" fmla="*/ 266698 h 914400"/>
                <a:gd name="connsiteX6" fmla="*/ 774609 w 914400"/>
                <a:gd name="connsiteY6" fmla="*/ 457198 h 914400"/>
                <a:gd name="connsiteX7" fmla="*/ 914400 w 914400"/>
                <a:gd name="connsiteY7" fmla="*/ 647698 h 914400"/>
                <a:gd name="connsiteX8" fmla="*/ 914400 w 914400"/>
                <a:gd name="connsiteY8" fmla="*/ 914400 h 914400"/>
                <a:gd name="connsiteX9" fmla="*/ 643655 w 914400"/>
                <a:gd name="connsiteY9" fmla="*/ 914400 h 914400"/>
                <a:gd name="connsiteX10" fmla="*/ 639785 w 914400"/>
                <a:gd name="connsiteY10" fmla="*/ 886228 h 914400"/>
                <a:gd name="connsiteX11" fmla="*/ 453155 w 914400"/>
                <a:gd name="connsiteY11" fmla="*/ 774610 h 914400"/>
                <a:gd name="connsiteX12" fmla="*/ 266525 w 914400"/>
                <a:gd name="connsiteY12" fmla="*/ 886228 h 914400"/>
                <a:gd name="connsiteX13" fmla="*/ 262655 w 914400"/>
                <a:gd name="connsiteY13" fmla="*/ 914400 h 914400"/>
                <a:gd name="connsiteX14" fmla="*/ 0 w 914400"/>
                <a:gd name="connsiteY14" fmla="*/ 914400 h 914400"/>
                <a:gd name="connsiteX15" fmla="*/ 0 w 914400"/>
                <a:gd name="connsiteY15" fmla="*/ 647699 h 914400"/>
                <a:gd name="connsiteX16" fmla="*/ 139791 w 914400"/>
                <a:gd name="connsiteY16" fmla="*/ 457199 h 914400"/>
                <a:gd name="connsiteX17" fmla="*/ 0 w 914400"/>
                <a:gd name="connsiteY17" fmla="*/ 266699 h 914400"/>
                <a:gd name="connsiteX18" fmla="*/ 0 w 914400"/>
                <a:gd name="connsiteY18" fmla="*/ 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4400" h="914400">
                  <a:moveTo>
                    <a:pt x="0" y="0"/>
                  </a:moveTo>
                  <a:lnTo>
                    <a:pt x="262654" y="0"/>
                  </a:lnTo>
                  <a:cubicBezTo>
                    <a:pt x="262654" y="77204"/>
                    <a:pt x="347944" y="139791"/>
                    <a:pt x="453154" y="139791"/>
                  </a:cubicBezTo>
                  <a:cubicBezTo>
                    <a:pt x="558364" y="139791"/>
                    <a:pt x="643654" y="77204"/>
                    <a:pt x="643654" y="0"/>
                  </a:cubicBezTo>
                  <a:lnTo>
                    <a:pt x="914400" y="0"/>
                  </a:lnTo>
                  <a:lnTo>
                    <a:pt x="914400" y="266698"/>
                  </a:lnTo>
                  <a:cubicBezTo>
                    <a:pt x="837196" y="266698"/>
                    <a:pt x="774609" y="351988"/>
                    <a:pt x="774609" y="457198"/>
                  </a:cubicBezTo>
                  <a:cubicBezTo>
                    <a:pt x="774609" y="562408"/>
                    <a:pt x="837196" y="647698"/>
                    <a:pt x="914400" y="647698"/>
                  </a:cubicBezTo>
                  <a:lnTo>
                    <a:pt x="914400" y="914400"/>
                  </a:lnTo>
                  <a:lnTo>
                    <a:pt x="643655" y="914400"/>
                  </a:lnTo>
                  <a:lnTo>
                    <a:pt x="639785" y="886228"/>
                  </a:lnTo>
                  <a:cubicBezTo>
                    <a:pt x="622021" y="822528"/>
                    <a:pt x="545214" y="774610"/>
                    <a:pt x="453155" y="774610"/>
                  </a:cubicBezTo>
                  <a:cubicBezTo>
                    <a:pt x="361096" y="774610"/>
                    <a:pt x="284289" y="822528"/>
                    <a:pt x="266525" y="886228"/>
                  </a:cubicBezTo>
                  <a:lnTo>
                    <a:pt x="262655" y="914400"/>
                  </a:lnTo>
                  <a:lnTo>
                    <a:pt x="0" y="914400"/>
                  </a:lnTo>
                  <a:lnTo>
                    <a:pt x="0" y="647699"/>
                  </a:lnTo>
                  <a:cubicBezTo>
                    <a:pt x="77204" y="647699"/>
                    <a:pt x="139791" y="562409"/>
                    <a:pt x="139791" y="457199"/>
                  </a:cubicBezTo>
                  <a:cubicBezTo>
                    <a:pt x="139791" y="351989"/>
                    <a:pt x="77204" y="266699"/>
                    <a:pt x="0" y="2666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55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0878A35-22A7-4CBE-9150-5BEAAFBC78C2}"/>
                </a:ext>
              </a:extLst>
            </p:cNvPr>
            <p:cNvSpPr/>
            <p:nvPr/>
          </p:nvSpPr>
          <p:spPr>
            <a:xfrm rot="10800000">
              <a:off x="6065914" y="1598320"/>
              <a:ext cx="728582" cy="839966"/>
            </a:xfrm>
            <a:custGeom>
              <a:avLst/>
              <a:gdLst>
                <a:gd name="connsiteX0" fmla="*/ 453154 w 914400"/>
                <a:gd name="connsiteY0" fmla="*/ 0 h 1054191"/>
                <a:gd name="connsiteX1" fmla="*/ 643654 w 914400"/>
                <a:gd name="connsiteY1" fmla="*/ 139791 h 1054191"/>
                <a:gd name="connsiteX2" fmla="*/ 914400 w 914400"/>
                <a:gd name="connsiteY2" fmla="*/ 139791 h 1054191"/>
                <a:gd name="connsiteX3" fmla="*/ 914400 w 914400"/>
                <a:gd name="connsiteY3" fmla="*/ 1054191 h 1054191"/>
                <a:gd name="connsiteX4" fmla="*/ 643655 w 914400"/>
                <a:gd name="connsiteY4" fmla="*/ 1054191 h 1054191"/>
                <a:gd name="connsiteX5" fmla="*/ 639785 w 914400"/>
                <a:gd name="connsiteY5" fmla="*/ 1026019 h 1054191"/>
                <a:gd name="connsiteX6" fmla="*/ 453155 w 914400"/>
                <a:gd name="connsiteY6" fmla="*/ 914401 h 1054191"/>
                <a:gd name="connsiteX7" fmla="*/ 266525 w 914400"/>
                <a:gd name="connsiteY7" fmla="*/ 1026019 h 1054191"/>
                <a:gd name="connsiteX8" fmla="*/ 262655 w 914400"/>
                <a:gd name="connsiteY8" fmla="*/ 1054191 h 1054191"/>
                <a:gd name="connsiteX9" fmla="*/ 0 w 914400"/>
                <a:gd name="connsiteY9" fmla="*/ 1054191 h 1054191"/>
                <a:gd name="connsiteX10" fmla="*/ 0 w 914400"/>
                <a:gd name="connsiteY10" fmla="*/ 139791 h 1054191"/>
                <a:gd name="connsiteX11" fmla="*/ 262654 w 914400"/>
                <a:gd name="connsiteY11" fmla="*/ 139791 h 1054191"/>
                <a:gd name="connsiteX12" fmla="*/ 453154 w 914400"/>
                <a:gd name="connsiteY12" fmla="*/ 0 h 105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400" h="1054191">
                  <a:moveTo>
                    <a:pt x="453154" y="0"/>
                  </a:moveTo>
                  <a:cubicBezTo>
                    <a:pt x="558364" y="0"/>
                    <a:pt x="643654" y="62587"/>
                    <a:pt x="643654" y="139791"/>
                  </a:cubicBezTo>
                  <a:lnTo>
                    <a:pt x="914400" y="139791"/>
                  </a:lnTo>
                  <a:lnTo>
                    <a:pt x="914400" y="1054191"/>
                  </a:lnTo>
                  <a:lnTo>
                    <a:pt x="643655" y="1054191"/>
                  </a:lnTo>
                  <a:lnTo>
                    <a:pt x="639785" y="1026019"/>
                  </a:lnTo>
                  <a:cubicBezTo>
                    <a:pt x="622021" y="962319"/>
                    <a:pt x="545214" y="914401"/>
                    <a:pt x="453155" y="914401"/>
                  </a:cubicBezTo>
                  <a:cubicBezTo>
                    <a:pt x="361096" y="914401"/>
                    <a:pt x="284289" y="962319"/>
                    <a:pt x="266525" y="1026019"/>
                  </a:cubicBezTo>
                  <a:lnTo>
                    <a:pt x="262655" y="1054191"/>
                  </a:lnTo>
                  <a:lnTo>
                    <a:pt x="0" y="1054191"/>
                  </a:lnTo>
                  <a:lnTo>
                    <a:pt x="0" y="139791"/>
                  </a:lnTo>
                  <a:lnTo>
                    <a:pt x="262654" y="139791"/>
                  </a:lnTo>
                  <a:cubicBezTo>
                    <a:pt x="262654" y="62587"/>
                    <a:pt x="347944" y="0"/>
                    <a:pt x="453154" y="0"/>
                  </a:cubicBezTo>
                  <a:close/>
                </a:path>
              </a:pathLst>
            </a:custGeom>
            <a:solidFill>
              <a:srgbClr val="FF55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66B0096-EFAE-48E2-88EE-8E4758138578}"/>
                </a:ext>
              </a:extLst>
            </p:cNvPr>
            <p:cNvSpPr/>
            <p:nvPr/>
          </p:nvSpPr>
          <p:spPr>
            <a:xfrm rot="16200000" flipH="1">
              <a:off x="6738048" y="807320"/>
              <a:ext cx="728582" cy="839966"/>
            </a:xfrm>
            <a:custGeom>
              <a:avLst/>
              <a:gdLst>
                <a:gd name="connsiteX0" fmla="*/ 453154 w 914400"/>
                <a:gd name="connsiteY0" fmla="*/ 0 h 1054191"/>
                <a:gd name="connsiteX1" fmla="*/ 643654 w 914400"/>
                <a:gd name="connsiteY1" fmla="*/ 139791 h 1054191"/>
                <a:gd name="connsiteX2" fmla="*/ 914400 w 914400"/>
                <a:gd name="connsiteY2" fmla="*/ 139791 h 1054191"/>
                <a:gd name="connsiteX3" fmla="*/ 914400 w 914400"/>
                <a:gd name="connsiteY3" fmla="*/ 1054191 h 1054191"/>
                <a:gd name="connsiteX4" fmla="*/ 643655 w 914400"/>
                <a:gd name="connsiteY4" fmla="*/ 1054191 h 1054191"/>
                <a:gd name="connsiteX5" fmla="*/ 639785 w 914400"/>
                <a:gd name="connsiteY5" fmla="*/ 1026019 h 1054191"/>
                <a:gd name="connsiteX6" fmla="*/ 453155 w 914400"/>
                <a:gd name="connsiteY6" fmla="*/ 914401 h 1054191"/>
                <a:gd name="connsiteX7" fmla="*/ 266525 w 914400"/>
                <a:gd name="connsiteY7" fmla="*/ 1026019 h 1054191"/>
                <a:gd name="connsiteX8" fmla="*/ 262655 w 914400"/>
                <a:gd name="connsiteY8" fmla="*/ 1054191 h 1054191"/>
                <a:gd name="connsiteX9" fmla="*/ 0 w 914400"/>
                <a:gd name="connsiteY9" fmla="*/ 1054191 h 1054191"/>
                <a:gd name="connsiteX10" fmla="*/ 0 w 914400"/>
                <a:gd name="connsiteY10" fmla="*/ 139791 h 1054191"/>
                <a:gd name="connsiteX11" fmla="*/ 262654 w 914400"/>
                <a:gd name="connsiteY11" fmla="*/ 139791 h 1054191"/>
                <a:gd name="connsiteX12" fmla="*/ 453154 w 914400"/>
                <a:gd name="connsiteY12" fmla="*/ 0 h 105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400" h="1054191">
                  <a:moveTo>
                    <a:pt x="453154" y="0"/>
                  </a:moveTo>
                  <a:cubicBezTo>
                    <a:pt x="558364" y="0"/>
                    <a:pt x="643654" y="62587"/>
                    <a:pt x="643654" y="139791"/>
                  </a:cubicBezTo>
                  <a:lnTo>
                    <a:pt x="914400" y="139791"/>
                  </a:lnTo>
                  <a:lnTo>
                    <a:pt x="914400" y="1054191"/>
                  </a:lnTo>
                  <a:lnTo>
                    <a:pt x="643655" y="1054191"/>
                  </a:lnTo>
                  <a:lnTo>
                    <a:pt x="639785" y="1026019"/>
                  </a:lnTo>
                  <a:cubicBezTo>
                    <a:pt x="622021" y="962319"/>
                    <a:pt x="545214" y="914401"/>
                    <a:pt x="453155" y="914401"/>
                  </a:cubicBezTo>
                  <a:cubicBezTo>
                    <a:pt x="361096" y="914401"/>
                    <a:pt x="284289" y="962319"/>
                    <a:pt x="266525" y="1026019"/>
                  </a:cubicBezTo>
                  <a:lnTo>
                    <a:pt x="262655" y="1054191"/>
                  </a:lnTo>
                  <a:lnTo>
                    <a:pt x="0" y="1054191"/>
                  </a:lnTo>
                  <a:lnTo>
                    <a:pt x="0" y="139791"/>
                  </a:lnTo>
                  <a:lnTo>
                    <a:pt x="262654" y="139791"/>
                  </a:lnTo>
                  <a:cubicBezTo>
                    <a:pt x="262654" y="62587"/>
                    <a:pt x="347944" y="0"/>
                    <a:pt x="453154" y="0"/>
                  </a:cubicBezTo>
                  <a:close/>
                </a:path>
              </a:pathLst>
            </a:custGeom>
            <a:solidFill>
              <a:srgbClr val="5A106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107068-1E09-49E5-8320-E98C45BB4F35}"/>
                </a:ext>
              </a:extLst>
            </p:cNvPr>
            <p:cNvSpPr/>
            <p:nvPr/>
          </p:nvSpPr>
          <p:spPr>
            <a:xfrm rot="10800000" flipH="1">
              <a:off x="8137187" y="863011"/>
              <a:ext cx="839963" cy="728580"/>
            </a:xfrm>
            <a:custGeom>
              <a:avLst/>
              <a:gdLst>
                <a:gd name="connsiteX0" fmla="*/ 139791 w 1054191"/>
                <a:gd name="connsiteY0" fmla="*/ 0 h 914400"/>
                <a:gd name="connsiteX1" fmla="*/ 1054191 w 1054191"/>
                <a:gd name="connsiteY1" fmla="*/ 0 h 914400"/>
                <a:gd name="connsiteX2" fmla="*/ 1054191 w 1054191"/>
                <a:gd name="connsiteY2" fmla="*/ 914400 h 914400"/>
                <a:gd name="connsiteX3" fmla="*/ 139791 w 1054191"/>
                <a:gd name="connsiteY3" fmla="*/ 914400 h 914400"/>
                <a:gd name="connsiteX4" fmla="*/ 139791 w 1054191"/>
                <a:gd name="connsiteY4" fmla="*/ 647699 h 914400"/>
                <a:gd name="connsiteX5" fmla="*/ 0 w 1054191"/>
                <a:gd name="connsiteY5" fmla="*/ 457199 h 914400"/>
                <a:gd name="connsiteX6" fmla="*/ 139791 w 1054191"/>
                <a:gd name="connsiteY6" fmla="*/ 266699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54191" h="914400">
                  <a:moveTo>
                    <a:pt x="139791" y="0"/>
                  </a:moveTo>
                  <a:lnTo>
                    <a:pt x="1054191" y="0"/>
                  </a:lnTo>
                  <a:lnTo>
                    <a:pt x="1054191" y="914400"/>
                  </a:lnTo>
                  <a:lnTo>
                    <a:pt x="139791" y="914400"/>
                  </a:lnTo>
                  <a:lnTo>
                    <a:pt x="139791" y="647699"/>
                  </a:lnTo>
                  <a:cubicBezTo>
                    <a:pt x="62587" y="647699"/>
                    <a:pt x="0" y="562409"/>
                    <a:pt x="0" y="457199"/>
                  </a:cubicBezTo>
                  <a:cubicBezTo>
                    <a:pt x="0" y="351989"/>
                    <a:pt x="62587" y="266699"/>
                    <a:pt x="139791" y="266699"/>
                  </a:cubicBezTo>
                  <a:close/>
                </a:path>
              </a:pathLst>
            </a:custGeom>
            <a:solidFill>
              <a:srgbClr val="5A106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1F733A0-8119-4183-9979-0DE4B89DB08F}"/>
                </a:ext>
              </a:extLst>
            </p:cNvPr>
            <p:cNvSpPr/>
            <p:nvPr/>
          </p:nvSpPr>
          <p:spPr>
            <a:xfrm rot="16200000" flipH="1">
              <a:off x="7466631" y="807320"/>
              <a:ext cx="728582" cy="839966"/>
            </a:xfrm>
            <a:custGeom>
              <a:avLst/>
              <a:gdLst>
                <a:gd name="connsiteX0" fmla="*/ 453154 w 914400"/>
                <a:gd name="connsiteY0" fmla="*/ 0 h 1054191"/>
                <a:gd name="connsiteX1" fmla="*/ 643654 w 914400"/>
                <a:gd name="connsiteY1" fmla="*/ 139791 h 1054191"/>
                <a:gd name="connsiteX2" fmla="*/ 914400 w 914400"/>
                <a:gd name="connsiteY2" fmla="*/ 139791 h 1054191"/>
                <a:gd name="connsiteX3" fmla="*/ 914400 w 914400"/>
                <a:gd name="connsiteY3" fmla="*/ 1054191 h 1054191"/>
                <a:gd name="connsiteX4" fmla="*/ 643655 w 914400"/>
                <a:gd name="connsiteY4" fmla="*/ 1054191 h 1054191"/>
                <a:gd name="connsiteX5" fmla="*/ 639785 w 914400"/>
                <a:gd name="connsiteY5" fmla="*/ 1026019 h 1054191"/>
                <a:gd name="connsiteX6" fmla="*/ 453155 w 914400"/>
                <a:gd name="connsiteY6" fmla="*/ 914401 h 1054191"/>
                <a:gd name="connsiteX7" fmla="*/ 266525 w 914400"/>
                <a:gd name="connsiteY7" fmla="*/ 1026019 h 1054191"/>
                <a:gd name="connsiteX8" fmla="*/ 262655 w 914400"/>
                <a:gd name="connsiteY8" fmla="*/ 1054191 h 1054191"/>
                <a:gd name="connsiteX9" fmla="*/ 0 w 914400"/>
                <a:gd name="connsiteY9" fmla="*/ 1054191 h 1054191"/>
                <a:gd name="connsiteX10" fmla="*/ 0 w 914400"/>
                <a:gd name="connsiteY10" fmla="*/ 139791 h 1054191"/>
                <a:gd name="connsiteX11" fmla="*/ 262654 w 914400"/>
                <a:gd name="connsiteY11" fmla="*/ 139791 h 1054191"/>
                <a:gd name="connsiteX12" fmla="*/ 453154 w 914400"/>
                <a:gd name="connsiteY12" fmla="*/ 0 h 105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400" h="1054191">
                  <a:moveTo>
                    <a:pt x="453154" y="0"/>
                  </a:moveTo>
                  <a:cubicBezTo>
                    <a:pt x="558364" y="0"/>
                    <a:pt x="643654" y="62587"/>
                    <a:pt x="643654" y="139791"/>
                  </a:cubicBezTo>
                  <a:lnTo>
                    <a:pt x="914400" y="139791"/>
                  </a:lnTo>
                  <a:lnTo>
                    <a:pt x="914400" y="1054191"/>
                  </a:lnTo>
                  <a:lnTo>
                    <a:pt x="643655" y="1054191"/>
                  </a:lnTo>
                  <a:lnTo>
                    <a:pt x="639785" y="1026019"/>
                  </a:lnTo>
                  <a:cubicBezTo>
                    <a:pt x="622021" y="962319"/>
                    <a:pt x="545214" y="914401"/>
                    <a:pt x="453155" y="914401"/>
                  </a:cubicBezTo>
                  <a:cubicBezTo>
                    <a:pt x="361096" y="914401"/>
                    <a:pt x="284289" y="962319"/>
                    <a:pt x="266525" y="1026019"/>
                  </a:cubicBezTo>
                  <a:lnTo>
                    <a:pt x="262655" y="1054191"/>
                  </a:lnTo>
                  <a:lnTo>
                    <a:pt x="0" y="1054191"/>
                  </a:lnTo>
                  <a:lnTo>
                    <a:pt x="0" y="139791"/>
                  </a:lnTo>
                  <a:lnTo>
                    <a:pt x="262654" y="139791"/>
                  </a:lnTo>
                  <a:cubicBezTo>
                    <a:pt x="262654" y="62587"/>
                    <a:pt x="347944" y="0"/>
                    <a:pt x="453154" y="0"/>
                  </a:cubicBezTo>
                  <a:close/>
                </a:path>
              </a:pathLst>
            </a:custGeom>
            <a:solidFill>
              <a:srgbClr val="5A106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43F137A-94B9-464F-9C88-499E2DA62CFA}"/>
                </a:ext>
              </a:extLst>
            </p:cNvPr>
            <p:cNvSpPr/>
            <p:nvPr/>
          </p:nvSpPr>
          <p:spPr>
            <a:xfrm rot="16200000">
              <a:off x="6736466" y="2271217"/>
              <a:ext cx="728582" cy="839966"/>
            </a:xfrm>
            <a:custGeom>
              <a:avLst/>
              <a:gdLst>
                <a:gd name="connsiteX0" fmla="*/ 453154 w 914400"/>
                <a:gd name="connsiteY0" fmla="*/ 0 h 1054191"/>
                <a:gd name="connsiteX1" fmla="*/ 643654 w 914400"/>
                <a:gd name="connsiteY1" fmla="*/ 139791 h 1054191"/>
                <a:gd name="connsiteX2" fmla="*/ 914400 w 914400"/>
                <a:gd name="connsiteY2" fmla="*/ 139791 h 1054191"/>
                <a:gd name="connsiteX3" fmla="*/ 914400 w 914400"/>
                <a:gd name="connsiteY3" fmla="*/ 1054191 h 1054191"/>
                <a:gd name="connsiteX4" fmla="*/ 643655 w 914400"/>
                <a:gd name="connsiteY4" fmla="*/ 1054191 h 1054191"/>
                <a:gd name="connsiteX5" fmla="*/ 639785 w 914400"/>
                <a:gd name="connsiteY5" fmla="*/ 1026019 h 1054191"/>
                <a:gd name="connsiteX6" fmla="*/ 453155 w 914400"/>
                <a:gd name="connsiteY6" fmla="*/ 914401 h 1054191"/>
                <a:gd name="connsiteX7" fmla="*/ 266525 w 914400"/>
                <a:gd name="connsiteY7" fmla="*/ 1026019 h 1054191"/>
                <a:gd name="connsiteX8" fmla="*/ 262655 w 914400"/>
                <a:gd name="connsiteY8" fmla="*/ 1054191 h 1054191"/>
                <a:gd name="connsiteX9" fmla="*/ 0 w 914400"/>
                <a:gd name="connsiteY9" fmla="*/ 1054191 h 1054191"/>
                <a:gd name="connsiteX10" fmla="*/ 0 w 914400"/>
                <a:gd name="connsiteY10" fmla="*/ 139791 h 1054191"/>
                <a:gd name="connsiteX11" fmla="*/ 262654 w 914400"/>
                <a:gd name="connsiteY11" fmla="*/ 139791 h 1054191"/>
                <a:gd name="connsiteX12" fmla="*/ 453154 w 914400"/>
                <a:gd name="connsiteY12" fmla="*/ 0 h 105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400" h="1054191">
                  <a:moveTo>
                    <a:pt x="453154" y="0"/>
                  </a:moveTo>
                  <a:cubicBezTo>
                    <a:pt x="558364" y="0"/>
                    <a:pt x="643654" y="62587"/>
                    <a:pt x="643654" y="139791"/>
                  </a:cubicBezTo>
                  <a:lnTo>
                    <a:pt x="914400" y="139791"/>
                  </a:lnTo>
                  <a:lnTo>
                    <a:pt x="914400" y="1054191"/>
                  </a:lnTo>
                  <a:lnTo>
                    <a:pt x="643655" y="1054191"/>
                  </a:lnTo>
                  <a:lnTo>
                    <a:pt x="639785" y="1026019"/>
                  </a:lnTo>
                  <a:cubicBezTo>
                    <a:pt x="622021" y="962319"/>
                    <a:pt x="545214" y="914401"/>
                    <a:pt x="453155" y="914401"/>
                  </a:cubicBezTo>
                  <a:cubicBezTo>
                    <a:pt x="361096" y="914401"/>
                    <a:pt x="284289" y="962319"/>
                    <a:pt x="266525" y="1026019"/>
                  </a:cubicBezTo>
                  <a:lnTo>
                    <a:pt x="262655" y="1054191"/>
                  </a:lnTo>
                  <a:lnTo>
                    <a:pt x="0" y="1054191"/>
                  </a:lnTo>
                  <a:lnTo>
                    <a:pt x="0" y="139791"/>
                  </a:lnTo>
                  <a:lnTo>
                    <a:pt x="262654" y="139791"/>
                  </a:lnTo>
                  <a:cubicBezTo>
                    <a:pt x="262654" y="62587"/>
                    <a:pt x="347944" y="0"/>
                    <a:pt x="453154" y="0"/>
                  </a:cubicBezTo>
                  <a:close/>
                </a:path>
              </a:pathLst>
            </a:custGeom>
            <a:solidFill>
              <a:srgbClr val="FAB006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1D417C18-9FE9-4A34-90D3-1F66B31331CE}"/>
                </a:ext>
              </a:extLst>
            </p:cNvPr>
            <p:cNvSpPr/>
            <p:nvPr/>
          </p:nvSpPr>
          <p:spPr>
            <a:xfrm rot="10800000">
              <a:off x="5339669" y="2336997"/>
              <a:ext cx="839963" cy="728580"/>
            </a:xfrm>
            <a:custGeom>
              <a:avLst/>
              <a:gdLst>
                <a:gd name="connsiteX0" fmla="*/ 139791 w 1054191"/>
                <a:gd name="connsiteY0" fmla="*/ 0 h 914400"/>
                <a:gd name="connsiteX1" fmla="*/ 1054191 w 1054191"/>
                <a:gd name="connsiteY1" fmla="*/ 0 h 914400"/>
                <a:gd name="connsiteX2" fmla="*/ 1054191 w 1054191"/>
                <a:gd name="connsiteY2" fmla="*/ 914400 h 914400"/>
                <a:gd name="connsiteX3" fmla="*/ 139791 w 1054191"/>
                <a:gd name="connsiteY3" fmla="*/ 914400 h 914400"/>
                <a:gd name="connsiteX4" fmla="*/ 139791 w 1054191"/>
                <a:gd name="connsiteY4" fmla="*/ 647699 h 914400"/>
                <a:gd name="connsiteX5" fmla="*/ 0 w 1054191"/>
                <a:gd name="connsiteY5" fmla="*/ 457199 h 914400"/>
                <a:gd name="connsiteX6" fmla="*/ 139791 w 1054191"/>
                <a:gd name="connsiteY6" fmla="*/ 266699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54191" h="914400">
                  <a:moveTo>
                    <a:pt x="139791" y="0"/>
                  </a:moveTo>
                  <a:lnTo>
                    <a:pt x="1054191" y="0"/>
                  </a:lnTo>
                  <a:lnTo>
                    <a:pt x="1054191" y="914400"/>
                  </a:lnTo>
                  <a:lnTo>
                    <a:pt x="139791" y="914400"/>
                  </a:lnTo>
                  <a:lnTo>
                    <a:pt x="139791" y="647699"/>
                  </a:lnTo>
                  <a:cubicBezTo>
                    <a:pt x="62587" y="647699"/>
                    <a:pt x="0" y="562409"/>
                    <a:pt x="0" y="457199"/>
                  </a:cubicBezTo>
                  <a:cubicBezTo>
                    <a:pt x="0" y="351989"/>
                    <a:pt x="62587" y="266699"/>
                    <a:pt x="139791" y="266699"/>
                  </a:cubicBezTo>
                  <a:close/>
                </a:path>
              </a:pathLst>
            </a:custGeom>
            <a:solidFill>
              <a:srgbClr val="FAB006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C44FE89-24BC-462D-BC91-D7BFEEFDC061}"/>
                </a:ext>
              </a:extLst>
            </p:cNvPr>
            <p:cNvSpPr/>
            <p:nvPr/>
          </p:nvSpPr>
          <p:spPr>
            <a:xfrm rot="16200000">
              <a:off x="7465048" y="2271213"/>
              <a:ext cx="728582" cy="839966"/>
            </a:xfrm>
            <a:custGeom>
              <a:avLst/>
              <a:gdLst>
                <a:gd name="connsiteX0" fmla="*/ 453154 w 914400"/>
                <a:gd name="connsiteY0" fmla="*/ 0 h 1054191"/>
                <a:gd name="connsiteX1" fmla="*/ 643654 w 914400"/>
                <a:gd name="connsiteY1" fmla="*/ 139791 h 1054191"/>
                <a:gd name="connsiteX2" fmla="*/ 914400 w 914400"/>
                <a:gd name="connsiteY2" fmla="*/ 139791 h 1054191"/>
                <a:gd name="connsiteX3" fmla="*/ 914400 w 914400"/>
                <a:gd name="connsiteY3" fmla="*/ 1054191 h 1054191"/>
                <a:gd name="connsiteX4" fmla="*/ 643655 w 914400"/>
                <a:gd name="connsiteY4" fmla="*/ 1054191 h 1054191"/>
                <a:gd name="connsiteX5" fmla="*/ 639785 w 914400"/>
                <a:gd name="connsiteY5" fmla="*/ 1026019 h 1054191"/>
                <a:gd name="connsiteX6" fmla="*/ 453155 w 914400"/>
                <a:gd name="connsiteY6" fmla="*/ 914401 h 1054191"/>
                <a:gd name="connsiteX7" fmla="*/ 266525 w 914400"/>
                <a:gd name="connsiteY7" fmla="*/ 1026019 h 1054191"/>
                <a:gd name="connsiteX8" fmla="*/ 262655 w 914400"/>
                <a:gd name="connsiteY8" fmla="*/ 1054191 h 1054191"/>
                <a:gd name="connsiteX9" fmla="*/ 0 w 914400"/>
                <a:gd name="connsiteY9" fmla="*/ 1054191 h 1054191"/>
                <a:gd name="connsiteX10" fmla="*/ 0 w 914400"/>
                <a:gd name="connsiteY10" fmla="*/ 139791 h 1054191"/>
                <a:gd name="connsiteX11" fmla="*/ 262654 w 914400"/>
                <a:gd name="connsiteY11" fmla="*/ 139791 h 1054191"/>
                <a:gd name="connsiteX12" fmla="*/ 453154 w 914400"/>
                <a:gd name="connsiteY12" fmla="*/ 0 h 105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400" h="1054191">
                  <a:moveTo>
                    <a:pt x="453154" y="0"/>
                  </a:moveTo>
                  <a:cubicBezTo>
                    <a:pt x="558364" y="0"/>
                    <a:pt x="643654" y="62587"/>
                    <a:pt x="643654" y="139791"/>
                  </a:cubicBezTo>
                  <a:lnTo>
                    <a:pt x="914400" y="139791"/>
                  </a:lnTo>
                  <a:lnTo>
                    <a:pt x="914400" y="1054191"/>
                  </a:lnTo>
                  <a:lnTo>
                    <a:pt x="643655" y="1054191"/>
                  </a:lnTo>
                  <a:lnTo>
                    <a:pt x="639785" y="1026019"/>
                  </a:lnTo>
                  <a:cubicBezTo>
                    <a:pt x="622021" y="962319"/>
                    <a:pt x="545214" y="914401"/>
                    <a:pt x="453155" y="914401"/>
                  </a:cubicBezTo>
                  <a:cubicBezTo>
                    <a:pt x="361096" y="914401"/>
                    <a:pt x="284289" y="962319"/>
                    <a:pt x="266525" y="1026019"/>
                  </a:cubicBezTo>
                  <a:lnTo>
                    <a:pt x="262655" y="1054191"/>
                  </a:lnTo>
                  <a:lnTo>
                    <a:pt x="0" y="1054191"/>
                  </a:lnTo>
                  <a:lnTo>
                    <a:pt x="0" y="139791"/>
                  </a:lnTo>
                  <a:lnTo>
                    <a:pt x="262654" y="139791"/>
                  </a:lnTo>
                  <a:cubicBezTo>
                    <a:pt x="262654" y="62587"/>
                    <a:pt x="347944" y="0"/>
                    <a:pt x="453154" y="0"/>
                  </a:cubicBezTo>
                  <a:close/>
                </a:path>
              </a:pathLst>
            </a:custGeom>
            <a:solidFill>
              <a:srgbClr val="FAB006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96C6797-FE8E-44CC-89CB-0F5C22725F9F}"/>
                </a:ext>
              </a:extLst>
            </p:cNvPr>
            <p:cNvSpPr/>
            <p:nvPr/>
          </p:nvSpPr>
          <p:spPr>
            <a:xfrm>
              <a:off x="6063293" y="863011"/>
              <a:ext cx="728581" cy="839966"/>
            </a:xfrm>
            <a:custGeom>
              <a:avLst/>
              <a:gdLst>
                <a:gd name="connsiteX0" fmla="*/ 0 w 914400"/>
                <a:gd name="connsiteY0" fmla="*/ 0 h 1054192"/>
                <a:gd name="connsiteX1" fmla="*/ 914400 w 914400"/>
                <a:gd name="connsiteY1" fmla="*/ 0 h 1054192"/>
                <a:gd name="connsiteX2" fmla="*/ 914400 w 914400"/>
                <a:gd name="connsiteY2" fmla="*/ 266698 h 1054192"/>
                <a:gd name="connsiteX3" fmla="*/ 774609 w 914400"/>
                <a:gd name="connsiteY3" fmla="*/ 457198 h 1054192"/>
                <a:gd name="connsiteX4" fmla="*/ 914400 w 914400"/>
                <a:gd name="connsiteY4" fmla="*/ 647698 h 1054192"/>
                <a:gd name="connsiteX5" fmla="*/ 914400 w 914400"/>
                <a:gd name="connsiteY5" fmla="*/ 914400 h 1054192"/>
                <a:gd name="connsiteX6" fmla="*/ 643655 w 914400"/>
                <a:gd name="connsiteY6" fmla="*/ 914400 h 1054192"/>
                <a:gd name="connsiteX7" fmla="*/ 643655 w 914400"/>
                <a:gd name="connsiteY7" fmla="*/ 914401 h 1054192"/>
                <a:gd name="connsiteX8" fmla="*/ 453155 w 914400"/>
                <a:gd name="connsiteY8" fmla="*/ 1054192 h 1054192"/>
                <a:gd name="connsiteX9" fmla="*/ 262655 w 914400"/>
                <a:gd name="connsiteY9" fmla="*/ 914401 h 1054192"/>
                <a:gd name="connsiteX10" fmla="*/ 262655 w 914400"/>
                <a:gd name="connsiteY10" fmla="*/ 914400 h 1054192"/>
                <a:gd name="connsiteX11" fmla="*/ 0 w 914400"/>
                <a:gd name="connsiteY11" fmla="*/ 914400 h 1054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14400" h="1054192">
                  <a:moveTo>
                    <a:pt x="0" y="0"/>
                  </a:moveTo>
                  <a:lnTo>
                    <a:pt x="914400" y="0"/>
                  </a:lnTo>
                  <a:lnTo>
                    <a:pt x="914400" y="266698"/>
                  </a:lnTo>
                  <a:cubicBezTo>
                    <a:pt x="837196" y="266698"/>
                    <a:pt x="774609" y="351988"/>
                    <a:pt x="774609" y="457198"/>
                  </a:cubicBezTo>
                  <a:cubicBezTo>
                    <a:pt x="774609" y="562408"/>
                    <a:pt x="837196" y="647698"/>
                    <a:pt x="914400" y="647698"/>
                  </a:cubicBezTo>
                  <a:lnTo>
                    <a:pt x="914400" y="914400"/>
                  </a:lnTo>
                  <a:lnTo>
                    <a:pt x="643655" y="914400"/>
                  </a:lnTo>
                  <a:lnTo>
                    <a:pt x="643655" y="914401"/>
                  </a:lnTo>
                  <a:cubicBezTo>
                    <a:pt x="643655" y="991605"/>
                    <a:pt x="558365" y="1054192"/>
                    <a:pt x="453155" y="1054192"/>
                  </a:cubicBezTo>
                  <a:cubicBezTo>
                    <a:pt x="347945" y="1054192"/>
                    <a:pt x="262655" y="991605"/>
                    <a:pt x="262655" y="914401"/>
                  </a:cubicBezTo>
                  <a:lnTo>
                    <a:pt x="262655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F55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33E861E-66B2-43DE-9A1B-29A593C81163}"/>
                </a:ext>
              </a:extLst>
            </p:cNvPr>
            <p:cNvSpPr/>
            <p:nvPr/>
          </p:nvSpPr>
          <p:spPr>
            <a:xfrm rot="10800000" flipH="1">
              <a:off x="8146034" y="2326900"/>
              <a:ext cx="839963" cy="728580"/>
            </a:xfrm>
            <a:custGeom>
              <a:avLst/>
              <a:gdLst>
                <a:gd name="connsiteX0" fmla="*/ 139791 w 1054191"/>
                <a:gd name="connsiteY0" fmla="*/ 0 h 914400"/>
                <a:gd name="connsiteX1" fmla="*/ 1054191 w 1054191"/>
                <a:gd name="connsiteY1" fmla="*/ 0 h 914400"/>
                <a:gd name="connsiteX2" fmla="*/ 1054191 w 1054191"/>
                <a:gd name="connsiteY2" fmla="*/ 914400 h 914400"/>
                <a:gd name="connsiteX3" fmla="*/ 139791 w 1054191"/>
                <a:gd name="connsiteY3" fmla="*/ 914400 h 914400"/>
                <a:gd name="connsiteX4" fmla="*/ 139791 w 1054191"/>
                <a:gd name="connsiteY4" fmla="*/ 647699 h 914400"/>
                <a:gd name="connsiteX5" fmla="*/ 0 w 1054191"/>
                <a:gd name="connsiteY5" fmla="*/ 457199 h 914400"/>
                <a:gd name="connsiteX6" fmla="*/ 139791 w 1054191"/>
                <a:gd name="connsiteY6" fmla="*/ 266699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54191" h="914400">
                  <a:moveTo>
                    <a:pt x="139791" y="0"/>
                  </a:moveTo>
                  <a:lnTo>
                    <a:pt x="1054191" y="0"/>
                  </a:lnTo>
                  <a:lnTo>
                    <a:pt x="1054191" y="914400"/>
                  </a:lnTo>
                  <a:lnTo>
                    <a:pt x="139791" y="914400"/>
                  </a:lnTo>
                  <a:lnTo>
                    <a:pt x="139791" y="647699"/>
                  </a:lnTo>
                  <a:cubicBezTo>
                    <a:pt x="62587" y="647699"/>
                    <a:pt x="0" y="562409"/>
                    <a:pt x="0" y="457199"/>
                  </a:cubicBezTo>
                  <a:cubicBezTo>
                    <a:pt x="0" y="351989"/>
                    <a:pt x="62587" y="266699"/>
                    <a:pt x="139791" y="266699"/>
                  </a:cubicBezTo>
                  <a:close/>
                </a:path>
              </a:pathLst>
            </a:custGeom>
            <a:solidFill>
              <a:srgbClr val="FAB006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8E9B91F-1BBD-4E79-ADE3-7A1298E58951}"/>
                </a:ext>
              </a:extLst>
            </p:cNvPr>
            <p:cNvSpPr/>
            <p:nvPr/>
          </p:nvSpPr>
          <p:spPr>
            <a:xfrm>
              <a:off x="6066906" y="2944113"/>
              <a:ext cx="728582" cy="839966"/>
            </a:xfrm>
            <a:custGeom>
              <a:avLst/>
              <a:gdLst>
                <a:gd name="connsiteX0" fmla="*/ 453154 w 914400"/>
                <a:gd name="connsiteY0" fmla="*/ 0 h 1054191"/>
                <a:gd name="connsiteX1" fmla="*/ 643654 w 914400"/>
                <a:gd name="connsiteY1" fmla="*/ 139791 h 1054191"/>
                <a:gd name="connsiteX2" fmla="*/ 914400 w 914400"/>
                <a:gd name="connsiteY2" fmla="*/ 139791 h 1054191"/>
                <a:gd name="connsiteX3" fmla="*/ 914400 w 914400"/>
                <a:gd name="connsiteY3" fmla="*/ 1054191 h 1054191"/>
                <a:gd name="connsiteX4" fmla="*/ 643655 w 914400"/>
                <a:gd name="connsiteY4" fmla="*/ 1054191 h 1054191"/>
                <a:gd name="connsiteX5" fmla="*/ 639785 w 914400"/>
                <a:gd name="connsiteY5" fmla="*/ 1026019 h 1054191"/>
                <a:gd name="connsiteX6" fmla="*/ 453155 w 914400"/>
                <a:gd name="connsiteY6" fmla="*/ 914401 h 1054191"/>
                <a:gd name="connsiteX7" fmla="*/ 266525 w 914400"/>
                <a:gd name="connsiteY7" fmla="*/ 1026019 h 1054191"/>
                <a:gd name="connsiteX8" fmla="*/ 262655 w 914400"/>
                <a:gd name="connsiteY8" fmla="*/ 1054191 h 1054191"/>
                <a:gd name="connsiteX9" fmla="*/ 0 w 914400"/>
                <a:gd name="connsiteY9" fmla="*/ 1054191 h 1054191"/>
                <a:gd name="connsiteX10" fmla="*/ 0 w 914400"/>
                <a:gd name="connsiteY10" fmla="*/ 139791 h 1054191"/>
                <a:gd name="connsiteX11" fmla="*/ 262654 w 914400"/>
                <a:gd name="connsiteY11" fmla="*/ 139791 h 1054191"/>
                <a:gd name="connsiteX12" fmla="*/ 453154 w 914400"/>
                <a:gd name="connsiteY12" fmla="*/ 0 h 105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400" h="1054191">
                  <a:moveTo>
                    <a:pt x="453154" y="0"/>
                  </a:moveTo>
                  <a:cubicBezTo>
                    <a:pt x="558364" y="0"/>
                    <a:pt x="643654" y="62587"/>
                    <a:pt x="643654" y="139791"/>
                  </a:cubicBezTo>
                  <a:lnTo>
                    <a:pt x="914400" y="139791"/>
                  </a:lnTo>
                  <a:lnTo>
                    <a:pt x="914400" y="1054191"/>
                  </a:lnTo>
                  <a:lnTo>
                    <a:pt x="643655" y="1054191"/>
                  </a:lnTo>
                  <a:lnTo>
                    <a:pt x="639785" y="1026019"/>
                  </a:lnTo>
                  <a:cubicBezTo>
                    <a:pt x="622021" y="962319"/>
                    <a:pt x="545214" y="914401"/>
                    <a:pt x="453155" y="914401"/>
                  </a:cubicBezTo>
                  <a:cubicBezTo>
                    <a:pt x="361096" y="914401"/>
                    <a:pt x="284289" y="962319"/>
                    <a:pt x="266525" y="1026019"/>
                  </a:cubicBezTo>
                  <a:lnTo>
                    <a:pt x="262655" y="1054191"/>
                  </a:lnTo>
                  <a:lnTo>
                    <a:pt x="0" y="1054191"/>
                  </a:lnTo>
                  <a:lnTo>
                    <a:pt x="0" y="139791"/>
                  </a:lnTo>
                  <a:lnTo>
                    <a:pt x="262654" y="139791"/>
                  </a:lnTo>
                  <a:cubicBezTo>
                    <a:pt x="262654" y="62587"/>
                    <a:pt x="347944" y="0"/>
                    <a:pt x="453154" y="0"/>
                  </a:cubicBezTo>
                  <a:close/>
                </a:path>
              </a:pathLst>
            </a:custGeom>
            <a:solidFill>
              <a:srgbClr val="FF55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4F5264BC-3504-4CAF-B59D-70E5853C1CC0}"/>
                </a:ext>
              </a:extLst>
            </p:cNvPr>
            <p:cNvSpPr/>
            <p:nvPr/>
          </p:nvSpPr>
          <p:spPr>
            <a:xfrm rot="5400000">
              <a:off x="6011983" y="3729053"/>
              <a:ext cx="839969" cy="737350"/>
            </a:xfrm>
            <a:custGeom>
              <a:avLst/>
              <a:gdLst>
                <a:gd name="connsiteX0" fmla="*/ 139791 w 1054191"/>
                <a:gd name="connsiteY0" fmla="*/ 0 h 914400"/>
                <a:gd name="connsiteX1" fmla="*/ 1054191 w 1054191"/>
                <a:gd name="connsiteY1" fmla="*/ 0 h 914400"/>
                <a:gd name="connsiteX2" fmla="*/ 1054191 w 1054191"/>
                <a:gd name="connsiteY2" fmla="*/ 914400 h 914400"/>
                <a:gd name="connsiteX3" fmla="*/ 139791 w 1054191"/>
                <a:gd name="connsiteY3" fmla="*/ 914400 h 914400"/>
                <a:gd name="connsiteX4" fmla="*/ 139791 w 1054191"/>
                <a:gd name="connsiteY4" fmla="*/ 647699 h 914400"/>
                <a:gd name="connsiteX5" fmla="*/ 0 w 1054191"/>
                <a:gd name="connsiteY5" fmla="*/ 457199 h 914400"/>
                <a:gd name="connsiteX6" fmla="*/ 139791 w 1054191"/>
                <a:gd name="connsiteY6" fmla="*/ 266699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54191" h="914400">
                  <a:moveTo>
                    <a:pt x="139791" y="0"/>
                  </a:moveTo>
                  <a:lnTo>
                    <a:pt x="1054191" y="0"/>
                  </a:lnTo>
                  <a:lnTo>
                    <a:pt x="1054191" y="914400"/>
                  </a:lnTo>
                  <a:lnTo>
                    <a:pt x="139791" y="914400"/>
                  </a:lnTo>
                  <a:lnTo>
                    <a:pt x="139791" y="647699"/>
                  </a:lnTo>
                  <a:cubicBezTo>
                    <a:pt x="62587" y="647699"/>
                    <a:pt x="0" y="562409"/>
                    <a:pt x="0" y="457199"/>
                  </a:cubicBezTo>
                  <a:cubicBezTo>
                    <a:pt x="0" y="351989"/>
                    <a:pt x="62587" y="266699"/>
                    <a:pt x="139791" y="266699"/>
                  </a:cubicBezTo>
                  <a:close/>
                </a:path>
              </a:pathLst>
            </a:custGeom>
            <a:solidFill>
              <a:srgbClr val="FF55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AAAB6826-4DCE-474C-A1C7-BEDACD0D980A}"/>
              </a:ext>
            </a:extLst>
          </p:cNvPr>
          <p:cNvSpPr txBox="1"/>
          <p:nvPr/>
        </p:nvSpPr>
        <p:spPr>
          <a:xfrm rot="19181013">
            <a:off x="2040484" y="3677752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9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tx1">
                    <a:alpha val="9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9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9000"/>
                  </a:schemeClr>
                </a:solidFill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3071185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>
            <a:extLst>
              <a:ext uri="{FF2B5EF4-FFF2-40B4-BE49-F238E27FC236}">
                <a16:creationId xmlns:a16="http://schemas.microsoft.com/office/drawing/2014/main" id="{44F70260-3CF9-4BF4-9EE0-814A544B49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951" t="10993" r="19397" b="17175"/>
          <a:stretch/>
        </p:blipFill>
        <p:spPr>
          <a:xfrm>
            <a:off x="2689265" y="4488751"/>
            <a:ext cx="1325559" cy="1495914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61D328CB-ADCA-4624-A9D6-9F1DC5E44B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115" t="9716" r="21803" b="12595"/>
          <a:stretch/>
        </p:blipFill>
        <p:spPr>
          <a:xfrm>
            <a:off x="1201497" y="2044555"/>
            <a:ext cx="1196195" cy="1687116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22850254-DF55-44D4-B2C0-1B494E24B3A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440" t="7181" r="18091" b="9717"/>
          <a:stretch/>
        </p:blipFill>
        <p:spPr>
          <a:xfrm>
            <a:off x="5548020" y="440307"/>
            <a:ext cx="1339606" cy="1625914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0804B32-EA57-4214-A045-2A3015F296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729" y="81364"/>
            <a:ext cx="1756871" cy="1037429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14C02B67-CFEA-494D-B90C-1083A7EE2B63}"/>
              </a:ext>
            </a:extLst>
          </p:cNvPr>
          <p:cNvSpPr txBox="1"/>
          <p:nvPr/>
        </p:nvSpPr>
        <p:spPr>
          <a:xfrm>
            <a:off x="266048" y="1007126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A0AA381-1841-4EF8-94C1-5DAEA5597257}"/>
              </a:ext>
            </a:extLst>
          </p:cNvPr>
          <p:cNvGrpSpPr/>
          <p:nvPr/>
        </p:nvGrpSpPr>
        <p:grpSpPr>
          <a:xfrm>
            <a:off x="2428922" y="1118793"/>
            <a:ext cx="6231583" cy="6213301"/>
            <a:chOff x="3882969" y="876948"/>
            <a:chExt cx="5816867" cy="5799802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813F433-168F-4C8E-9763-A502E6D2E3B8}"/>
                </a:ext>
              </a:extLst>
            </p:cNvPr>
            <p:cNvSpPr/>
            <p:nvPr/>
          </p:nvSpPr>
          <p:spPr>
            <a:xfrm rot="16200000">
              <a:off x="6010225" y="932640"/>
              <a:ext cx="839963" cy="728580"/>
            </a:xfrm>
            <a:custGeom>
              <a:avLst/>
              <a:gdLst>
                <a:gd name="connsiteX0" fmla="*/ 139791 w 1054191"/>
                <a:gd name="connsiteY0" fmla="*/ 0 h 914400"/>
                <a:gd name="connsiteX1" fmla="*/ 1054191 w 1054191"/>
                <a:gd name="connsiteY1" fmla="*/ 0 h 914400"/>
                <a:gd name="connsiteX2" fmla="*/ 1054191 w 1054191"/>
                <a:gd name="connsiteY2" fmla="*/ 914400 h 914400"/>
                <a:gd name="connsiteX3" fmla="*/ 139791 w 1054191"/>
                <a:gd name="connsiteY3" fmla="*/ 914400 h 914400"/>
                <a:gd name="connsiteX4" fmla="*/ 139791 w 1054191"/>
                <a:gd name="connsiteY4" fmla="*/ 647699 h 914400"/>
                <a:gd name="connsiteX5" fmla="*/ 0 w 1054191"/>
                <a:gd name="connsiteY5" fmla="*/ 457199 h 914400"/>
                <a:gd name="connsiteX6" fmla="*/ 139791 w 1054191"/>
                <a:gd name="connsiteY6" fmla="*/ 266699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54191" h="914400">
                  <a:moveTo>
                    <a:pt x="139791" y="0"/>
                  </a:moveTo>
                  <a:lnTo>
                    <a:pt x="1054191" y="0"/>
                  </a:lnTo>
                  <a:lnTo>
                    <a:pt x="1054191" y="914400"/>
                  </a:lnTo>
                  <a:lnTo>
                    <a:pt x="139791" y="914400"/>
                  </a:lnTo>
                  <a:lnTo>
                    <a:pt x="139791" y="647699"/>
                  </a:lnTo>
                  <a:cubicBezTo>
                    <a:pt x="62587" y="647699"/>
                    <a:pt x="0" y="562409"/>
                    <a:pt x="0" y="457199"/>
                  </a:cubicBezTo>
                  <a:cubicBezTo>
                    <a:pt x="0" y="351989"/>
                    <a:pt x="62587" y="266699"/>
                    <a:pt x="139791" y="266699"/>
                  </a:cubicBezTo>
                  <a:close/>
                </a:path>
              </a:pathLst>
            </a:custGeom>
            <a:solidFill>
              <a:srgbClr val="F2202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0878A35-22A7-4CBE-9150-5BEAAFBC78C2}"/>
                </a:ext>
              </a:extLst>
            </p:cNvPr>
            <p:cNvSpPr/>
            <p:nvPr/>
          </p:nvSpPr>
          <p:spPr>
            <a:xfrm rot="10800000">
              <a:off x="6065916" y="1602129"/>
              <a:ext cx="728582" cy="839966"/>
            </a:xfrm>
            <a:custGeom>
              <a:avLst/>
              <a:gdLst>
                <a:gd name="connsiteX0" fmla="*/ 453154 w 914400"/>
                <a:gd name="connsiteY0" fmla="*/ 0 h 1054191"/>
                <a:gd name="connsiteX1" fmla="*/ 643654 w 914400"/>
                <a:gd name="connsiteY1" fmla="*/ 139791 h 1054191"/>
                <a:gd name="connsiteX2" fmla="*/ 914400 w 914400"/>
                <a:gd name="connsiteY2" fmla="*/ 139791 h 1054191"/>
                <a:gd name="connsiteX3" fmla="*/ 914400 w 914400"/>
                <a:gd name="connsiteY3" fmla="*/ 1054191 h 1054191"/>
                <a:gd name="connsiteX4" fmla="*/ 643655 w 914400"/>
                <a:gd name="connsiteY4" fmla="*/ 1054191 h 1054191"/>
                <a:gd name="connsiteX5" fmla="*/ 639785 w 914400"/>
                <a:gd name="connsiteY5" fmla="*/ 1026019 h 1054191"/>
                <a:gd name="connsiteX6" fmla="*/ 453155 w 914400"/>
                <a:gd name="connsiteY6" fmla="*/ 914401 h 1054191"/>
                <a:gd name="connsiteX7" fmla="*/ 266525 w 914400"/>
                <a:gd name="connsiteY7" fmla="*/ 1026019 h 1054191"/>
                <a:gd name="connsiteX8" fmla="*/ 262655 w 914400"/>
                <a:gd name="connsiteY8" fmla="*/ 1054191 h 1054191"/>
                <a:gd name="connsiteX9" fmla="*/ 0 w 914400"/>
                <a:gd name="connsiteY9" fmla="*/ 1054191 h 1054191"/>
                <a:gd name="connsiteX10" fmla="*/ 0 w 914400"/>
                <a:gd name="connsiteY10" fmla="*/ 139791 h 1054191"/>
                <a:gd name="connsiteX11" fmla="*/ 262654 w 914400"/>
                <a:gd name="connsiteY11" fmla="*/ 139791 h 1054191"/>
                <a:gd name="connsiteX12" fmla="*/ 453154 w 914400"/>
                <a:gd name="connsiteY12" fmla="*/ 0 h 105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400" h="1054191">
                  <a:moveTo>
                    <a:pt x="453154" y="0"/>
                  </a:moveTo>
                  <a:cubicBezTo>
                    <a:pt x="558364" y="0"/>
                    <a:pt x="643654" y="62587"/>
                    <a:pt x="643654" y="139791"/>
                  </a:cubicBezTo>
                  <a:lnTo>
                    <a:pt x="914400" y="139791"/>
                  </a:lnTo>
                  <a:lnTo>
                    <a:pt x="914400" y="1054191"/>
                  </a:lnTo>
                  <a:lnTo>
                    <a:pt x="643655" y="1054191"/>
                  </a:lnTo>
                  <a:lnTo>
                    <a:pt x="639785" y="1026019"/>
                  </a:lnTo>
                  <a:cubicBezTo>
                    <a:pt x="622021" y="962319"/>
                    <a:pt x="545214" y="914401"/>
                    <a:pt x="453155" y="914401"/>
                  </a:cubicBezTo>
                  <a:cubicBezTo>
                    <a:pt x="361096" y="914401"/>
                    <a:pt x="284289" y="962319"/>
                    <a:pt x="266525" y="1026019"/>
                  </a:cubicBezTo>
                  <a:lnTo>
                    <a:pt x="262655" y="1054191"/>
                  </a:lnTo>
                  <a:lnTo>
                    <a:pt x="0" y="1054191"/>
                  </a:lnTo>
                  <a:lnTo>
                    <a:pt x="0" y="139791"/>
                  </a:lnTo>
                  <a:lnTo>
                    <a:pt x="262654" y="139791"/>
                  </a:lnTo>
                  <a:cubicBezTo>
                    <a:pt x="262654" y="62587"/>
                    <a:pt x="347944" y="0"/>
                    <a:pt x="453154" y="0"/>
                  </a:cubicBezTo>
                  <a:close/>
                </a:path>
              </a:pathLst>
            </a:custGeom>
            <a:solidFill>
              <a:srgbClr val="F2202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1F22B4C-0E1A-4093-9F68-D284CCC9C1F3}"/>
                </a:ext>
              </a:extLst>
            </p:cNvPr>
            <p:cNvSpPr/>
            <p:nvPr/>
          </p:nvSpPr>
          <p:spPr>
            <a:xfrm>
              <a:off x="6065920" y="2336999"/>
              <a:ext cx="728582" cy="839967"/>
            </a:xfrm>
            <a:custGeom>
              <a:avLst/>
              <a:gdLst>
                <a:gd name="connsiteX0" fmla="*/ 0 w 914400"/>
                <a:gd name="connsiteY0" fmla="*/ 0 h 1054192"/>
                <a:gd name="connsiteX1" fmla="*/ 262654 w 914400"/>
                <a:gd name="connsiteY1" fmla="*/ 0 h 1054192"/>
                <a:gd name="connsiteX2" fmla="*/ 453154 w 914400"/>
                <a:gd name="connsiteY2" fmla="*/ 139791 h 1054192"/>
                <a:gd name="connsiteX3" fmla="*/ 643654 w 914400"/>
                <a:gd name="connsiteY3" fmla="*/ 0 h 1054192"/>
                <a:gd name="connsiteX4" fmla="*/ 914400 w 914400"/>
                <a:gd name="connsiteY4" fmla="*/ 0 h 1054192"/>
                <a:gd name="connsiteX5" fmla="*/ 914400 w 914400"/>
                <a:gd name="connsiteY5" fmla="*/ 914400 h 1054192"/>
                <a:gd name="connsiteX6" fmla="*/ 643655 w 914400"/>
                <a:gd name="connsiteY6" fmla="*/ 914400 h 1054192"/>
                <a:gd name="connsiteX7" fmla="*/ 643655 w 914400"/>
                <a:gd name="connsiteY7" fmla="*/ 914401 h 1054192"/>
                <a:gd name="connsiteX8" fmla="*/ 453155 w 914400"/>
                <a:gd name="connsiteY8" fmla="*/ 1054192 h 1054192"/>
                <a:gd name="connsiteX9" fmla="*/ 262655 w 914400"/>
                <a:gd name="connsiteY9" fmla="*/ 914401 h 1054192"/>
                <a:gd name="connsiteX10" fmla="*/ 262655 w 914400"/>
                <a:gd name="connsiteY10" fmla="*/ 914400 h 1054192"/>
                <a:gd name="connsiteX11" fmla="*/ 0 w 914400"/>
                <a:gd name="connsiteY11" fmla="*/ 914400 h 1054192"/>
                <a:gd name="connsiteX12" fmla="*/ 0 w 914400"/>
                <a:gd name="connsiteY12" fmla="*/ 647699 h 1054192"/>
                <a:gd name="connsiteX13" fmla="*/ 139791 w 914400"/>
                <a:gd name="connsiteY13" fmla="*/ 457199 h 1054192"/>
                <a:gd name="connsiteX14" fmla="*/ 0 w 914400"/>
                <a:gd name="connsiteY14" fmla="*/ 266699 h 1054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4400" h="1054192">
                  <a:moveTo>
                    <a:pt x="0" y="0"/>
                  </a:moveTo>
                  <a:lnTo>
                    <a:pt x="262654" y="0"/>
                  </a:lnTo>
                  <a:cubicBezTo>
                    <a:pt x="262654" y="77204"/>
                    <a:pt x="347944" y="139791"/>
                    <a:pt x="453154" y="139791"/>
                  </a:cubicBezTo>
                  <a:cubicBezTo>
                    <a:pt x="558364" y="139791"/>
                    <a:pt x="643654" y="77204"/>
                    <a:pt x="643654" y="0"/>
                  </a:cubicBezTo>
                  <a:lnTo>
                    <a:pt x="914400" y="0"/>
                  </a:lnTo>
                  <a:lnTo>
                    <a:pt x="914400" y="914400"/>
                  </a:lnTo>
                  <a:lnTo>
                    <a:pt x="643655" y="914400"/>
                  </a:lnTo>
                  <a:lnTo>
                    <a:pt x="643655" y="914401"/>
                  </a:lnTo>
                  <a:cubicBezTo>
                    <a:pt x="643655" y="991605"/>
                    <a:pt x="558365" y="1054192"/>
                    <a:pt x="453155" y="1054192"/>
                  </a:cubicBezTo>
                  <a:cubicBezTo>
                    <a:pt x="347945" y="1054192"/>
                    <a:pt x="262655" y="991605"/>
                    <a:pt x="262655" y="914401"/>
                  </a:cubicBezTo>
                  <a:lnTo>
                    <a:pt x="262655" y="914400"/>
                  </a:lnTo>
                  <a:lnTo>
                    <a:pt x="0" y="914400"/>
                  </a:lnTo>
                  <a:lnTo>
                    <a:pt x="0" y="647699"/>
                  </a:lnTo>
                  <a:cubicBezTo>
                    <a:pt x="77204" y="647699"/>
                    <a:pt x="139791" y="562409"/>
                    <a:pt x="139791" y="457199"/>
                  </a:cubicBezTo>
                  <a:cubicBezTo>
                    <a:pt x="139791" y="351989"/>
                    <a:pt x="77204" y="266699"/>
                    <a:pt x="0" y="266699"/>
                  </a:cubicBezTo>
                  <a:close/>
                </a:path>
              </a:pathLst>
            </a:custGeom>
            <a:solidFill>
              <a:srgbClr val="F2202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8E9B91F-1BBD-4E79-ADE3-7A1298E58951}"/>
                </a:ext>
              </a:extLst>
            </p:cNvPr>
            <p:cNvSpPr/>
            <p:nvPr/>
          </p:nvSpPr>
          <p:spPr>
            <a:xfrm rot="10800000">
              <a:off x="6065920" y="3062180"/>
              <a:ext cx="728582" cy="839966"/>
            </a:xfrm>
            <a:custGeom>
              <a:avLst/>
              <a:gdLst>
                <a:gd name="connsiteX0" fmla="*/ 453154 w 914400"/>
                <a:gd name="connsiteY0" fmla="*/ 0 h 1054191"/>
                <a:gd name="connsiteX1" fmla="*/ 643654 w 914400"/>
                <a:gd name="connsiteY1" fmla="*/ 139791 h 1054191"/>
                <a:gd name="connsiteX2" fmla="*/ 914400 w 914400"/>
                <a:gd name="connsiteY2" fmla="*/ 139791 h 1054191"/>
                <a:gd name="connsiteX3" fmla="*/ 914400 w 914400"/>
                <a:gd name="connsiteY3" fmla="*/ 1054191 h 1054191"/>
                <a:gd name="connsiteX4" fmla="*/ 643655 w 914400"/>
                <a:gd name="connsiteY4" fmla="*/ 1054191 h 1054191"/>
                <a:gd name="connsiteX5" fmla="*/ 639785 w 914400"/>
                <a:gd name="connsiteY5" fmla="*/ 1026019 h 1054191"/>
                <a:gd name="connsiteX6" fmla="*/ 453155 w 914400"/>
                <a:gd name="connsiteY6" fmla="*/ 914401 h 1054191"/>
                <a:gd name="connsiteX7" fmla="*/ 266525 w 914400"/>
                <a:gd name="connsiteY7" fmla="*/ 1026019 h 1054191"/>
                <a:gd name="connsiteX8" fmla="*/ 262655 w 914400"/>
                <a:gd name="connsiteY8" fmla="*/ 1054191 h 1054191"/>
                <a:gd name="connsiteX9" fmla="*/ 0 w 914400"/>
                <a:gd name="connsiteY9" fmla="*/ 1054191 h 1054191"/>
                <a:gd name="connsiteX10" fmla="*/ 0 w 914400"/>
                <a:gd name="connsiteY10" fmla="*/ 139791 h 1054191"/>
                <a:gd name="connsiteX11" fmla="*/ 262654 w 914400"/>
                <a:gd name="connsiteY11" fmla="*/ 139791 h 1054191"/>
                <a:gd name="connsiteX12" fmla="*/ 453154 w 914400"/>
                <a:gd name="connsiteY12" fmla="*/ 0 h 105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400" h="1054191">
                  <a:moveTo>
                    <a:pt x="453154" y="0"/>
                  </a:moveTo>
                  <a:cubicBezTo>
                    <a:pt x="558364" y="0"/>
                    <a:pt x="643654" y="62587"/>
                    <a:pt x="643654" y="139791"/>
                  </a:cubicBezTo>
                  <a:lnTo>
                    <a:pt x="914400" y="139791"/>
                  </a:lnTo>
                  <a:lnTo>
                    <a:pt x="914400" y="1054191"/>
                  </a:lnTo>
                  <a:lnTo>
                    <a:pt x="643655" y="1054191"/>
                  </a:lnTo>
                  <a:lnTo>
                    <a:pt x="639785" y="1026019"/>
                  </a:lnTo>
                  <a:cubicBezTo>
                    <a:pt x="622021" y="962319"/>
                    <a:pt x="545214" y="914401"/>
                    <a:pt x="453155" y="914401"/>
                  </a:cubicBezTo>
                  <a:cubicBezTo>
                    <a:pt x="361096" y="914401"/>
                    <a:pt x="284289" y="962319"/>
                    <a:pt x="266525" y="1026019"/>
                  </a:cubicBezTo>
                  <a:lnTo>
                    <a:pt x="262655" y="1054191"/>
                  </a:lnTo>
                  <a:lnTo>
                    <a:pt x="0" y="1054191"/>
                  </a:lnTo>
                  <a:lnTo>
                    <a:pt x="0" y="139791"/>
                  </a:lnTo>
                  <a:lnTo>
                    <a:pt x="262654" y="139791"/>
                  </a:lnTo>
                  <a:cubicBezTo>
                    <a:pt x="262654" y="62587"/>
                    <a:pt x="347944" y="0"/>
                    <a:pt x="453154" y="0"/>
                  </a:cubicBezTo>
                  <a:close/>
                </a:path>
              </a:pathLst>
            </a:custGeom>
            <a:solidFill>
              <a:srgbClr val="F2202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A0F48FB-2F30-4066-B59B-83AD563D2E49}"/>
                </a:ext>
              </a:extLst>
            </p:cNvPr>
            <p:cNvSpPr/>
            <p:nvPr/>
          </p:nvSpPr>
          <p:spPr>
            <a:xfrm rot="10800000">
              <a:off x="6065919" y="3787360"/>
              <a:ext cx="728582" cy="839966"/>
            </a:xfrm>
            <a:custGeom>
              <a:avLst/>
              <a:gdLst>
                <a:gd name="connsiteX0" fmla="*/ 453154 w 914400"/>
                <a:gd name="connsiteY0" fmla="*/ 0 h 1054191"/>
                <a:gd name="connsiteX1" fmla="*/ 643654 w 914400"/>
                <a:gd name="connsiteY1" fmla="*/ 139791 h 1054191"/>
                <a:gd name="connsiteX2" fmla="*/ 914400 w 914400"/>
                <a:gd name="connsiteY2" fmla="*/ 139791 h 1054191"/>
                <a:gd name="connsiteX3" fmla="*/ 914400 w 914400"/>
                <a:gd name="connsiteY3" fmla="*/ 1054191 h 1054191"/>
                <a:gd name="connsiteX4" fmla="*/ 643655 w 914400"/>
                <a:gd name="connsiteY4" fmla="*/ 1054191 h 1054191"/>
                <a:gd name="connsiteX5" fmla="*/ 639785 w 914400"/>
                <a:gd name="connsiteY5" fmla="*/ 1026019 h 1054191"/>
                <a:gd name="connsiteX6" fmla="*/ 453155 w 914400"/>
                <a:gd name="connsiteY6" fmla="*/ 914401 h 1054191"/>
                <a:gd name="connsiteX7" fmla="*/ 266525 w 914400"/>
                <a:gd name="connsiteY7" fmla="*/ 1026019 h 1054191"/>
                <a:gd name="connsiteX8" fmla="*/ 262655 w 914400"/>
                <a:gd name="connsiteY8" fmla="*/ 1054191 h 1054191"/>
                <a:gd name="connsiteX9" fmla="*/ 0 w 914400"/>
                <a:gd name="connsiteY9" fmla="*/ 1054191 h 1054191"/>
                <a:gd name="connsiteX10" fmla="*/ 0 w 914400"/>
                <a:gd name="connsiteY10" fmla="*/ 139791 h 1054191"/>
                <a:gd name="connsiteX11" fmla="*/ 262654 w 914400"/>
                <a:gd name="connsiteY11" fmla="*/ 139791 h 1054191"/>
                <a:gd name="connsiteX12" fmla="*/ 453154 w 914400"/>
                <a:gd name="connsiteY12" fmla="*/ 0 h 105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400" h="1054191">
                  <a:moveTo>
                    <a:pt x="453154" y="0"/>
                  </a:moveTo>
                  <a:cubicBezTo>
                    <a:pt x="558364" y="0"/>
                    <a:pt x="643654" y="62587"/>
                    <a:pt x="643654" y="139791"/>
                  </a:cubicBezTo>
                  <a:lnTo>
                    <a:pt x="914400" y="139791"/>
                  </a:lnTo>
                  <a:lnTo>
                    <a:pt x="914400" y="1054191"/>
                  </a:lnTo>
                  <a:lnTo>
                    <a:pt x="643655" y="1054191"/>
                  </a:lnTo>
                  <a:lnTo>
                    <a:pt x="639785" y="1026019"/>
                  </a:lnTo>
                  <a:cubicBezTo>
                    <a:pt x="622021" y="962319"/>
                    <a:pt x="545214" y="914401"/>
                    <a:pt x="453155" y="914401"/>
                  </a:cubicBezTo>
                  <a:cubicBezTo>
                    <a:pt x="361096" y="914401"/>
                    <a:pt x="284289" y="962319"/>
                    <a:pt x="266525" y="1026019"/>
                  </a:cubicBezTo>
                  <a:lnTo>
                    <a:pt x="262655" y="1054191"/>
                  </a:lnTo>
                  <a:lnTo>
                    <a:pt x="0" y="1054191"/>
                  </a:lnTo>
                  <a:lnTo>
                    <a:pt x="0" y="139791"/>
                  </a:lnTo>
                  <a:lnTo>
                    <a:pt x="262654" y="139791"/>
                  </a:lnTo>
                  <a:cubicBezTo>
                    <a:pt x="262654" y="62587"/>
                    <a:pt x="347944" y="0"/>
                    <a:pt x="453154" y="0"/>
                  </a:cubicBezTo>
                  <a:close/>
                </a:path>
              </a:pathLst>
            </a:custGeom>
            <a:solidFill>
              <a:srgbClr val="F2202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1FD1873-B149-4C0E-B62A-4575EF471A5F}"/>
                </a:ext>
              </a:extLst>
            </p:cNvPr>
            <p:cNvGrpSpPr/>
            <p:nvPr/>
          </p:nvGrpSpPr>
          <p:grpSpPr>
            <a:xfrm flipH="1">
              <a:off x="6676931" y="4502873"/>
              <a:ext cx="3022905" cy="728583"/>
              <a:chOff x="2436305" y="4505830"/>
              <a:chExt cx="3022905" cy="728583"/>
            </a:xfrm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D91F0AEC-49F5-48E6-8BB2-1C11C30D5A7D}"/>
                  </a:ext>
                </a:extLst>
              </p:cNvPr>
              <p:cNvSpPr/>
              <p:nvPr/>
            </p:nvSpPr>
            <p:spPr>
              <a:xfrm rot="5400000">
                <a:off x="3222442" y="4450138"/>
                <a:ext cx="728582" cy="839966"/>
              </a:xfrm>
              <a:custGeom>
                <a:avLst/>
                <a:gdLst>
                  <a:gd name="connsiteX0" fmla="*/ 453154 w 914400"/>
                  <a:gd name="connsiteY0" fmla="*/ 0 h 1054191"/>
                  <a:gd name="connsiteX1" fmla="*/ 643654 w 914400"/>
                  <a:gd name="connsiteY1" fmla="*/ 139791 h 1054191"/>
                  <a:gd name="connsiteX2" fmla="*/ 914400 w 914400"/>
                  <a:gd name="connsiteY2" fmla="*/ 139791 h 1054191"/>
                  <a:gd name="connsiteX3" fmla="*/ 914400 w 914400"/>
                  <a:gd name="connsiteY3" fmla="*/ 1054191 h 1054191"/>
                  <a:gd name="connsiteX4" fmla="*/ 643655 w 914400"/>
                  <a:gd name="connsiteY4" fmla="*/ 1054191 h 1054191"/>
                  <a:gd name="connsiteX5" fmla="*/ 639785 w 914400"/>
                  <a:gd name="connsiteY5" fmla="*/ 1026019 h 1054191"/>
                  <a:gd name="connsiteX6" fmla="*/ 453155 w 914400"/>
                  <a:gd name="connsiteY6" fmla="*/ 914401 h 1054191"/>
                  <a:gd name="connsiteX7" fmla="*/ 266525 w 914400"/>
                  <a:gd name="connsiteY7" fmla="*/ 1026019 h 1054191"/>
                  <a:gd name="connsiteX8" fmla="*/ 262655 w 914400"/>
                  <a:gd name="connsiteY8" fmla="*/ 1054191 h 1054191"/>
                  <a:gd name="connsiteX9" fmla="*/ 0 w 914400"/>
                  <a:gd name="connsiteY9" fmla="*/ 1054191 h 1054191"/>
                  <a:gd name="connsiteX10" fmla="*/ 0 w 914400"/>
                  <a:gd name="connsiteY10" fmla="*/ 139791 h 1054191"/>
                  <a:gd name="connsiteX11" fmla="*/ 262654 w 914400"/>
                  <a:gd name="connsiteY11" fmla="*/ 139791 h 1054191"/>
                  <a:gd name="connsiteX12" fmla="*/ 453154 w 914400"/>
                  <a:gd name="connsiteY12" fmla="*/ 0 h 1054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14400" h="1054191">
                    <a:moveTo>
                      <a:pt x="453154" y="0"/>
                    </a:moveTo>
                    <a:cubicBezTo>
                      <a:pt x="558364" y="0"/>
                      <a:pt x="643654" y="62587"/>
                      <a:pt x="643654" y="139791"/>
                    </a:cubicBezTo>
                    <a:lnTo>
                      <a:pt x="914400" y="139791"/>
                    </a:lnTo>
                    <a:lnTo>
                      <a:pt x="914400" y="1054191"/>
                    </a:lnTo>
                    <a:lnTo>
                      <a:pt x="643655" y="1054191"/>
                    </a:lnTo>
                    <a:lnTo>
                      <a:pt x="639785" y="1026019"/>
                    </a:lnTo>
                    <a:cubicBezTo>
                      <a:pt x="622021" y="962319"/>
                      <a:pt x="545214" y="914401"/>
                      <a:pt x="453155" y="914401"/>
                    </a:cubicBezTo>
                    <a:cubicBezTo>
                      <a:pt x="361096" y="914401"/>
                      <a:pt x="284289" y="962319"/>
                      <a:pt x="266525" y="1026019"/>
                    </a:cubicBezTo>
                    <a:lnTo>
                      <a:pt x="262655" y="1054191"/>
                    </a:lnTo>
                    <a:lnTo>
                      <a:pt x="0" y="1054191"/>
                    </a:lnTo>
                    <a:lnTo>
                      <a:pt x="0" y="139791"/>
                    </a:lnTo>
                    <a:lnTo>
                      <a:pt x="262654" y="139791"/>
                    </a:lnTo>
                    <a:cubicBezTo>
                      <a:pt x="262654" y="62587"/>
                      <a:pt x="347944" y="0"/>
                      <a:pt x="453154" y="0"/>
                    </a:cubicBezTo>
                    <a:close/>
                  </a:path>
                </a:pathLst>
              </a:custGeom>
              <a:solidFill>
                <a:srgbClr val="9521AC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91291398-EC4B-43AF-9816-2D874203ED3E}"/>
                  </a:ext>
                </a:extLst>
              </p:cNvPr>
              <p:cNvSpPr/>
              <p:nvPr/>
            </p:nvSpPr>
            <p:spPr>
              <a:xfrm rot="10800000">
                <a:off x="2436305" y="4505832"/>
                <a:ext cx="839963" cy="728580"/>
              </a:xfrm>
              <a:custGeom>
                <a:avLst/>
                <a:gdLst>
                  <a:gd name="connsiteX0" fmla="*/ 139791 w 1054191"/>
                  <a:gd name="connsiteY0" fmla="*/ 0 h 914400"/>
                  <a:gd name="connsiteX1" fmla="*/ 1054191 w 1054191"/>
                  <a:gd name="connsiteY1" fmla="*/ 0 h 914400"/>
                  <a:gd name="connsiteX2" fmla="*/ 1054191 w 1054191"/>
                  <a:gd name="connsiteY2" fmla="*/ 914400 h 914400"/>
                  <a:gd name="connsiteX3" fmla="*/ 139791 w 1054191"/>
                  <a:gd name="connsiteY3" fmla="*/ 914400 h 914400"/>
                  <a:gd name="connsiteX4" fmla="*/ 139791 w 1054191"/>
                  <a:gd name="connsiteY4" fmla="*/ 647699 h 914400"/>
                  <a:gd name="connsiteX5" fmla="*/ 0 w 1054191"/>
                  <a:gd name="connsiteY5" fmla="*/ 457199 h 914400"/>
                  <a:gd name="connsiteX6" fmla="*/ 139791 w 1054191"/>
                  <a:gd name="connsiteY6" fmla="*/ 266699 h 914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54191" h="914400">
                    <a:moveTo>
                      <a:pt x="139791" y="0"/>
                    </a:moveTo>
                    <a:lnTo>
                      <a:pt x="1054191" y="0"/>
                    </a:lnTo>
                    <a:lnTo>
                      <a:pt x="1054191" y="914400"/>
                    </a:lnTo>
                    <a:lnTo>
                      <a:pt x="139791" y="914400"/>
                    </a:lnTo>
                    <a:lnTo>
                      <a:pt x="139791" y="647699"/>
                    </a:lnTo>
                    <a:cubicBezTo>
                      <a:pt x="62587" y="647699"/>
                      <a:pt x="0" y="562409"/>
                      <a:pt x="0" y="457199"/>
                    </a:cubicBezTo>
                    <a:cubicBezTo>
                      <a:pt x="0" y="351989"/>
                      <a:pt x="62587" y="266699"/>
                      <a:pt x="139791" y="266699"/>
                    </a:cubicBezTo>
                    <a:close/>
                  </a:path>
                </a:pathLst>
              </a:custGeom>
              <a:solidFill>
                <a:srgbClr val="9521AC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0C586EBB-A8D6-4C49-87B0-4068F69F98C8}"/>
                  </a:ext>
                </a:extLst>
              </p:cNvPr>
              <p:cNvSpPr/>
              <p:nvPr/>
            </p:nvSpPr>
            <p:spPr>
              <a:xfrm rot="5400000">
                <a:off x="4674936" y="4450138"/>
                <a:ext cx="728582" cy="839966"/>
              </a:xfrm>
              <a:custGeom>
                <a:avLst/>
                <a:gdLst>
                  <a:gd name="connsiteX0" fmla="*/ 453154 w 914400"/>
                  <a:gd name="connsiteY0" fmla="*/ 0 h 1054191"/>
                  <a:gd name="connsiteX1" fmla="*/ 643654 w 914400"/>
                  <a:gd name="connsiteY1" fmla="*/ 139791 h 1054191"/>
                  <a:gd name="connsiteX2" fmla="*/ 914400 w 914400"/>
                  <a:gd name="connsiteY2" fmla="*/ 139791 h 1054191"/>
                  <a:gd name="connsiteX3" fmla="*/ 914400 w 914400"/>
                  <a:gd name="connsiteY3" fmla="*/ 1054191 h 1054191"/>
                  <a:gd name="connsiteX4" fmla="*/ 643655 w 914400"/>
                  <a:gd name="connsiteY4" fmla="*/ 1054191 h 1054191"/>
                  <a:gd name="connsiteX5" fmla="*/ 639785 w 914400"/>
                  <a:gd name="connsiteY5" fmla="*/ 1026019 h 1054191"/>
                  <a:gd name="connsiteX6" fmla="*/ 453155 w 914400"/>
                  <a:gd name="connsiteY6" fmla="*/ 914401 h 1054191"/>
                  <a:gd name="connsiteX7" fmla="*/ 266525 w 914400"/>
                  <a:gd name="connsiteY7" fmla="*/ 1026019 h 1054191"/>
                  <a:gd name="connsiteX8" fmla="*/ 262655 w 914400"/>
                  <a:gd name="connsiteY8" fmla="*/ 1054191 h 1054191"/>
                  <a:gd name="connsiteX9" fmla="*/ 0 w 914400"/>
                  <a:gd name="connsiteY9" fmla="*/ 1054191 h 1054191"/>
                  <a:gd name="connsiteX10" fmla="*/ 0 w 914400"/>
                  <a:gd name="connsiteY10" fmla="*/ 139791 h 1054191"/>
                  <a:gd name="connsiteX11" fmla="*/ 262654 w 914400"/>
                  <a:gd name="connsiteY11" fmla="*/ 139791 h 1054191"/>
                  <a:gd name="connsiteX12" fmla="*/ 453154 w 914400"/>
                  <a:gd name="connsiteY12" fmla="*/ 0 h 1054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14400" h="1054191">
                    <a:moveTo>
                      <a:pt x="453154" y="0"/>
                    </a:moveTo>
                    <a:cubicBezTo>
                      <a:pt x="558364" y="0"/>
                      <a:pt x="643654" y="62587"/>
                      <a:pt x="643654" y="139791"/>
                    </a:cubicBezTo>
                    <a:lnTo>
                      <a:pt x="914400" y="139791"/>
                    </a:lnTo>
                    <a:lnTo>
                      <a:pt x="914400" y="1054191"/>
                    </a:lnTo>
                    <a:lnTo>
                      <a:pt x="643655" y="1054191"/>
                    </a:lnTo>
                    <a:lnTo>
                      <a:pt x="639785" y="1026019"/>
                    </a:lnTo>
                    <a:cubicBezTo>
                      <a:pt x="622021" y="962319"/>
                      <a:pt x="545214" y="914401"/>
                      <a:pt x="453155" y="914401"/>
                    </a:cubicBezTo>
                    <a:cubicBezTo>
                      <a:pt x="361096" y="914401"/>
                      <a:pt x="284289" y="962319"/>
                      <a:pt x="266525" y="1026019"/>
                    </a:cubicBezTo>
                    <a:lnTo>
                      <a:pt x="262655" y="1054191"/>
                    </a:lnTo>
                    <a:lnTo>
                      <a:pt x="0" y="1054191"/>
                    </a:lnTo>
                    <a:lnTo>
                      <a:pt x="0" y="139791"/>
                    </a:lnTo>
                    <a:lnTo>
                      <a:pt x="262654" y="139791"/>
                    </a:lnTo>
                    <a:cubicBezTo>
                      <a:pt x="262654" y="62587"/>
                      <a:pt x="347944" y="0"/>
                      <a:pt x="453154" y="0"/>
                    </a:cubicBezTo>
                    <a:close/>
                  </a:path>
                </a:pathLst>
              </a:custGeom>
              <a:solidFill>
                <a:srgbClr val="9521AC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3B59DB1F-1B1D-4F4D-82E7-1E69636696C5}"/>
                  </a:ext>
                </a:extLst>
              </p:cNvPr>
              <p:cNvSpPr/>
              <p:nvPr/>
            </p:nvSpPr>
            <p:spPr>
              <a:xfrm rot="5400000">
                <a:off x="3952887" y="4450139"/>
                <a:ext cx="728582" cy="839966"/>
              </a:xfrm>
              <a:custGeom>
                <a:avLst/>
                <a:gdLst>
                  <a:gd name="connsiteX0" fmla="*/ 453154 w 914400"/>
                  <a:gd name="connsiteY0" fmla="*/ 0 h 1054191"/>
                  <a:gd name="connsiteX1" fmla="*/ 643654 w 914400"/>
                  <a:gd name="connsiteY1" fmla="*/ 139791 h 1054191"/>
                  <a:gd name="connsiteX2" fmla="*/ 914400 w 914400"/>
                  <a:gd name="connsiteY2" fmla="*/ 139791 h 1054191"/>
                  <a:gd name="connsiteX3" fmla="*/ 914400 w 914400"/>
                  <a:gd name="connsiteY3" fmla="*/ 1054191 h 1054191"/>
                  <a:gd name="connsiteX4" fmla="*/ 643655 w 914400"/>
                  <a:gd name="connsiteY4" fmla="*/ 1054191 h 1054191"/>
                  <a:gd name="connsiteX5" fmla="*/ 639785 w 914400"/>
                  <a:gd name="connsiteY5" fmla="*/ 1026019 h 1054191"/>
                  <a:gd name="connsiteX6" fmla="*/ 453155 w 914400"/>
                  <a:gd name="connsiteY6" fmla="*/ 914401 h 1054191"/>
                  <a:gd name="connsiteX7" fmla="*/ 266525 w 914400"/>
                  <a:gd name="connsiteY7" fmla="*/ 1026019 h 1054191"/>
                  <a:gd name="connsiteX8" fmla="*/ 262655 w 914400"/>
                  <a:gd name="connsiteY8" fmla="*/ 1054191 h 1054191"/>
                  <a:gd name="connsiteX9" fmla="*/ 0 w 914400"/>
                  <a:gd name="connsiteY9" fmla="*/ 1054191 h 1054191"/>
                  <a:gd name="connsiteX10" fmla="*/ 0 w 914400"/>
                  <a:gd name="connsiteY10" fmla="*/ 139791 h 1054191"/>
                  <a:gd name="connsiteX11" fmla="*/ 262654 w 914400"/>
                  <a:gd name="connsiteY11" fmla="*/ 139791 h 1054191"/>
                  <a:gd name="connsiteX12" fmla="*/ 453154 w 914400"/>
                  <a:gd name="connsiteY12" fmla="*/ 0 h 1054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14400" h="1054191">
                    <a:moveTo>
                      <a:pt x="453154" y="0"/>
                    </a:moveTo>
                    <a:cubicBezTo>
                      <a:pt x="558364" y="0"/>
                      <a:pt x="643654" y="62587"/>
                      <a:pt x="643654" y="139791"/>
                    </a:cubicBezTo>
                    <a:lnTo>
                      <a:pt x="914400" y="139791"/>
                    </a:lnTo>
                    <a:lnTo>
                      <a:pt x="914400" y="1054191"/>
                    </a:lnTo>
                    <a:lnTo>
                      <a:pt x="643655" y="1054191"/>
                    </a:lnTo>
                    <a:lnTo>
                      <a:pt x="639785" y="1026019"/>
                    </a:lnTo>
                    <a:cubicBezTo>
                      <a:pt x="622021" y="962319"/>
                      <a:pt x="545214" y="914401"/>
                      <a:pt x="453155" y="914401"/>
                    </a:cubicBezTo>
                    <a:cubicBezTo>
                      <a:pt x="361096" y="914401"/>
                      <a:pt x="284289" y="962319"/>
                      <a:pt x="266525" y="1026019"/>
                    </a:cubicBezTo>
                    <a:lnTo>
                      <a:pt x="262655" y="1054191"/>
                    </a:lnTo>
                    <a:lnTo>
                      <a:pt x="0" y="1054191"/>
                    </a:lnTo>
                    <a:lnTo>
                      <a:pt x="0" y="139791"/>
                    </a:lnTo>
                    <a:lnTo>
                      <a:pt x="262654" y="139791"/>
                    </a:lnTo>
                    <a:cubicBezTo>
                      <a:pt x="262654" y="62587"/>
                      <a:pt x="347944" y="0"/>
                      <a:pt x="453154" y="0"/>
                    </a:cubicBezTo>
                    <a:close/>
                  </a:path>
                </a:pathLst>
              </a:custGeom>
              <a:solidFill>
                <a:srgbClr val="9521AC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43F137A-94B9-464F-9C88-499E2DA62CFA}"/>
                </a:ext>
              </a:extLst>
            </p:cNvPr>
            <p:cNvSpPr/>
            <p:nvPr/>
          </p:nvSpPr>
          <p:spPr>
            <a:xfrm rot="5400000">
              <a:off x="4669106" y="2291145"/>
              <a:ext cx="728582" cy="839966"/>
            </a:xfrm>
            <a:custGeom>
              <a:avLst/>
              <a:gdLst>
                <a:gd name="connsiteX0" fmla="*/ 453154 w 914400"/>
                <a:gd name="connsiteY0" fmla="*/ 0 h 1054191"/>
                <a:gd name="connsiteX1" fmla="*/ 643654 w 914400"/>
                <a:gd name="connsiteY1" fmla="*/ 139791 h 1054191"/>
                <a:gd name="connsiteX2" fmla="*/ 914400 w 914400"/>
                <a:gd name="connsiteY2" fmla="*/ 139791 h 1054191"/>
                <a:gd name="connsiteX3" fmla="*/ 914400 w 914400"/>
                <a:gd name="connsiteY3" fmla="*/ 1054191 h 1054191"/>
                <a:gd name="connsiteX4" fmla="*/ 643655 w 914400"/>
                <a:gd name="connsiteY4" fmla="*/ 1054191 h 1054191"/>
                <a:gd name="connsiteX5" fmla="*/ 639785 w 914400"/>
                <a:gd name="connsiteY5" fmla="*/ 1026019 h 1054191"/>
                <a:gd name="connsiteX6" fmla="*/ 453155 w 914400"/>
                <a:gd name="connsiteY6" fmla="*/ 914401 h 1054191"/>
                <a:gd name="connsiteX7" fmla="*/ 266525 w 914400"/>
                <a:gd name="connsiteY7" fmla="*/ 1026019 h 1054191"/>
                <a:gd name="connsiteX8" fmla="*/ 262655 w 914400"/>
                <a:gd name="connsiteY8" fmla="*/ 1054191 h 1054191"/>
                <a:gd name="connsiteX9" fmla="*/ 0 w 914400"/>
                <a:gd name="connsiteY9" fmla="*/ 1054191 h 1054191"/>
                <a:gd name="connsiteX10" fmla="*/ 0 w 914400"/>
                <a:gd name="connsiteY10" fmla="*/ 139791 h 1054191"/>
                <a:gd name="connsiteX11" fmla="*/ 262654 w 914400"/>
                <a:gd name="connsiteY11" fmla="*/ 139791 h 1054191"/>
                <a:gd name="connsiteX12" fmla="*/ 453154 w 914400"/>
                <a:gd name="connsiteY12" fmla="*/ 0 h 105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400" h="1054191">
                  <a:moveTo>
                    <a:pt x="453154" y="0"/>
                  </a:moveTo>
                  <a:cubicBezTo>
                    <a:pt x="558364" y="0"/>
                    <a:pt x="643654" y="62587"/>
                    <a:pt x="643654" y="139791"/>
                  </a:cubicBezTo>
                  <a:lnTo>
                    <a:pt x="914400" y="139791"/>
                  </a:lnTo>
                  <a:lnTo>
                    <a:pt x="914400" y="1054191"/>
                  </a:lnTo>
                  <a:lnTo>
                    <a:pt x="643655" y="1054191"/>
                  </a:lnTo>
                  <a:lnTo>
                    <a:pt x="639785" y="1026019"/>
                  </a:lnTo>
                  <a:cubicBezTo>
                    <a:pt x="622021" y="962319"/>
                    <a:pt x="545214" y="914401"/>
                    <a:pt x="453155" y="914401"/>
                  </a:cubicBezTo>
                  <a:cubicBezTo>
                    <a:pt x="361096" y="914401"/>
                    <a:pt x="284289" y="962319"/>
                    <a:pt x="266525" y="1026019"/>
                  </a:cubicBezTo>
                  <a:lnTo>
                    <a:pt x="262655" y="1054191"/>
                  </a:lnTo>
                  <a:lnTo>
                    <a:pt x="0" y="1054191"/>
                  </a:lnTo>
                  <a:lnTo>
                    <a:pt x="0" y="139791"/>
                  </a:lnTo>
                  <a:lnTo>
                    <a:pt x="262654" y="139791"/>
                  </a:lnTo>
                  <a:cubicBezTo>
                    <a:pt x="262654" y="62587"/>
                    <a:pt x="347944" y="0"/>
                    <a:pt x="453154" y="0"/>
                  </a:cubicBezTo>
                  <a:close/>
                </a:path>
              </a:pathLst>
            </a:custGeom>
            <a:solidFill>
              <a:srgbClr val="6E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1D417C18-9FE9-4A34-90D3-1F66B31331CE}"/>
                </a:ext>
              </a:extLst>
            </p:cNvPr>
            <p:cNvSpPr/>
            <p:nvPr/>
          </p:nvSpPr>
          <p:spPr>
            <a:xfrm rot="10800000">
              <a:off x="3882969" y="2346839"/>
              <a:ext cx="839963" cy="728580"/>
            </a:xfrm>
            <a:custGeom>
              <a:avLst/>
              <a:gdLst>
                <a:gd name="connsiteX0" fmla="*/ 139791 w 1054191"/>
                <a:gd name="connsiteY0" fmla="*/ 0 h 914400"/>
                <a:gd name="connsiteX1" fmla="*/ 1054191 w 1054191"/>
                <a:gd name="connsiteY1" fmla="*/ 0 h 914400"/>
                <a:gd name="connsiteX2" fmla="*/ 1054191 w 1054191"/>
                <a:gd name="connsiteY2" fmla="*/ 914400 h 914400"/>
                <a:gd name="connsiteX3" fmla="*/ 139791 w 1054191"/>
                <a:gd name="connsiteY3" fmla="*/ 914400 h 914400"/>
                <a:gd name="connsiteX4" fmla="*/ 139791 w 1054191"/>
                <a:gd name="connsiteY4" fmla="*/ 647699 h 914400"/>
                <a:gd name="connsiteX5" fmla="*/ 0 w 1054191"/>
                <a:gd name="connsiteY5" fmla="*/ 457199 h 914400"/>
                <a:gd name="connsiteX6" fmla="*/ 139791 w 1054191"/>
                <a:gd name="connsiteY6" fmla="*/ 266699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54191" h="914400">
                  <a:moveTo>
                    <a:pt x="139791" y="0"/>
                  </a:moveTo>
                  <a:lnTo>
                    <a:pt x="1054191" y="0"/>
                  </a:lnTo>
                  <a:lnTo>
                    <a:pt x="1054191" y="914400"/>
                  </a:lnTo>
                  <a:lnTo>
                    <a:pt x="139791" y="914400"/>
                  </a:lnTo>
                  <a:lnTo>
                    <a:pt x="139791" y="647699"/>
                  </a:lnTo>
                  <a:cubicBezTo>
                    <a:pt x="62587" y="647699"/>
                    <a:pt x="0" y="562409"/>
                    <a:pt x="0" y="457199"/>
                  </a:cubicBezTo>
                  <a:cubicBezTo>
                    <a:pt x="0" y="351989"/>
                    <a:pt x="62587" y="266699"/>
                    <a:pt x="139791" y="266699"/>
                  </a:cubicBezTo>
                  <a:close/>
                </a:path>
              </a:pathLst>
            </a:custGeom>
            <a:solidFill>
              <a:srgbClr val="6E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C44FE89-24BC-462D-BC91-D7BFEEFDC061}"/>
                </a:ext>
              </a:extLst>
            </p:cNvPr>
            <p:cNvSpPr/>
            <p:nvPr/>
          </p:nvSpPr>
          <p:spPr>
            <a:xfrm rot="5400000">
              <a:off x="5399551" y="2291145"/>
              <a:ext cx="728582" cy="839966"/>
            </a:xfrm>
            <a:custGeom>
              <a:avLst/>
              <a:gdLst>
                <a:gd name="connsiteX0" fmla="*/ 453154 w 914400"/>
                <a:gd name="connsiteY0" fmla="*/ 0 h 1054191"/>
                <a:gd name="connsiteX1" fmla="*/ 643654 w 914400"/>
                <a:gd name="connsiteY1" fmla="*/ 139791 h 1054191"/>
                <a:gd name="connsiteX2" fmla="*/ 914400 w 914400"/>
                <a:gd name="connsiteY2" fmla="*/ 139791 h 1054191"/>
                <a:gd name="connsiteX3" fmla="*/ 914400 w 914400"/>
                <a:gd name="connsiteY3" fmla="*/ 1054191 h 1054191"/>
                <a:gd name="connsiteX4" fmla="*/ 643655 w 914400"/>
                <a:gd name="connsiteY4" fmla="*/ 1054191 h 1054191"/>
                <a:gd name="connsiteX5" fmla="*/ 639785 w 914400"/>
                <a:gd name="connsiteY5" fmla="*/ 1026019 h 1054191"/>
                <a:gd name="connsiteX6" fmla="*/ 453155 w 914400"/>
                <a:gd name="connsiteY6" fmla="*/ 914401 h 1054191"/>
                <a:gd name="connsiteX7" fmla="*/ 266525 w 914400"/>
                <a:gd name="connsiteY7" fmla="*/ 1026019 h 1054191"/>
                <a:gd name="connsiteX8" fmla="*/ 262655 w 914400"/>
                <a:gd name="connsiteY8" fmla="*/ 1054191 h 1054191"/>
                <a:gd name="connsiteX9" fmla="*/ 0 w 914400"/>
                <a:gd name="connsiteY9" fmla="*/ 1054191 h 1054191"/>
                <a:gd name="connsiteX10" fmla="*/ 0 w 914400"/>
                <a:gd name="connsiteY10" fmla="*/ 139791 h 1054191"/>
                <a:gd name="connsiteX11" fmla="*/ 262654 w 914400"/>
                <a:gd name="connsiteY11" fmla="*/ 139791 h 1054191"/>
                <a:gd name="connsiteX12" fmla="*/ 453154 w 914400"/>
                <a:gd name="connsiteY12" fmla="*/ 0 h 105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400" h="1054191">
                  <a:moveTo>
                    <a:pt x="453154" y="0"/>
                  </a:moveTo>
                  <a:cubicBezTo>
                    <a:pt x="558364" y="0"/>
                    <a:pt x="643654" y="62587"/>
                    <a:pt x="643654" y="139791"/>
                  </a:cubicBezTo>
                  <a:lnTo>
                    <a:pt x="914400" y="139791"/>
                  </a:lnTo>
                  <a:lnTo>
                    <a:pt x="914400" y="1054191"/>
                  </a:lnTo>
                  <a:lnTo>
                    <a:pt x="643655" y="1054191"/>
                  </a:lnTo>
                  <a:lnTo>
                    <a:pt x="639785" y="1026019"/>
                  </a:lnTo>
                  <a:cubicBezTo>
                    <a:pt x="622021" y="962319"/>
                    <a:pt x="545214" y="914401"/>
                    <a:pt x="453155" y="914401"/>
                  </a:cubicBezTo>
                  <a:cubicBezTo>
                    <a:pt x="361096" y="914401"/>
                    <a:pt x="284289" y="962319"/>
                    <a:pt x="266525" y="1026019"/>
                  </a:cubicBezTo>
                  <a:lnTo>
                    <a:pt x="262655" y="1054191"/>
                  </a:lnTo>
                  <a:lnTo>
                    <a:pt x="0" y="1054191"/>
                  </a:lnTo>
                  <a:lnTo>
                    <a:pt x="0" y="139791"/>
                  </a:lnTo>
                  <a:lnTo>
                    <a:pt x="262654" y="139791"/>
                  </a:lnTo>
                  <a:cubicBezTo>
                    <a:pt x="262654" y="62587"/>
                    <a:pt x="347944" y="0"/>
                    <a:pt x="453154" y="0"/>
                  </a:cubicBezTo>
                  <a:close/>
                </a:path>
              </a:pathLst>
            </a:custGeom>
            <a:solidFill>
              <a:srgbClr val="6E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818E237-584D-435D-9EBF-90E0F2F93DA8}"/>
                </a:ext>
              </a:extLst>
            </p:cNvPr>
            <p:cNvSpPr/>
            <p:nvPr/>
          </p:nvSpPr>
          <p:spPr>
            <a:xfrm>
              <a:off x="6065915" y="4518677"/>
              <a:ext cx="728582" cy="718480"/>
            </a:xfrm>
            <a:custGeom>
              <a:avLst/>
              <a:gdLst>
                <a:gd name="connsiteX0" fmla="*/ 0 w 914400"/>
                <a:gd name="connsiteY0" fmla="*/ 0 h 914400"/>
                <a:gd name="connsiteX1" fmla="*/ 262654 w 914400"/>
                <a:gd name="connsiteY1" fmla="*/ 0 h 914400"/>
                <a:gd name="connsiteX2" fmla="*/ 453154 w 914400"/>
                <a:gd name="connsiteY2" fmla="*/ 139791 h 914400"/>
                <a:gd name="connsiteX3" fmla="*/ 643654 w 914400"/>
                <a:gd name="connsiteY3" fmla="*/ 0 h 914400"/>
                <a:gd name="connsiteX4" fmla="*/ 914400 w 914400"/>
                <a:gd name="connsiteY4" fmla="*/ 0 h 914400"/>
                <a:gd name="connsiteX5" fmla="*/ 914400 w 914400"/>
                <a:gd name="connsiteY5" fmla="*/ 266698 h 914400"/>
                <a:gd name="connsiteX6" fmla="*/ 774609 w 914400"/>
                <a:gd name="connsiteY6" fmla="*/ 457198 h 914400"/>
                <a:gd name="connsiteX7" fmla="*/ 914400 w 914400"/>
                <a:gd name="connsiteY7" fmla="*/ 647698 h 914400"/>
                <a:gd name="connsiteX8" fmla="*/ 914400 w 914400"/>
                <a:gd name="connsiteY8" fmla="*/ 914400 h 914400"/>
                <a:gd name="connsiteX9" fmla="*/ 643655 w 914400"/>
                <a:gd name="connsiteY9" fmla="*/ 914400 h 914400"/>
                <a:gd name="connsiteX10" fmla="*/ 639785 w 914400"/>
                <a:gd name="connsiteY10" fmla="*/ 886228 h 914400"/>
                <a:gd name="connsiteX11" fmla="*/ 453155 w 914400"/>
                <a:gd name="connsiteY11" fmla="*/ 774610 h 914400"/>
                <a:gd name="connsiteX12" fmla="*/ 266525 w 914400"/>
                <a:gd name="connsiteY12" fmla="*/ 886228 h 914400"/>
                <a:gd name="connsiteX13" fmla="*/ 262655 w 914400"/>
                <a:gd name="connsiteY13" fmla="*/ 914400 h 914400"/>
                <a:gd name="connsiteX14" fmla="*/ 0 w 914400"/>
                <a:gd name="connsiteY14" fmla="*/ 914400 h 914400"/>
                <a:gd name="connsiteX15" fmla="*/ 0 w 914400"/>
                <a:gd name="connsiteY15" fmla="*/ 647699 h 914400"/>
                <a:gd name="connsiteX16" fmla="*/ 139791 w 914400"/>
                <a:gd name="connsiteY16" fmla="*/ 457199 h 914400"/>
                <a:gd name="connsiteX17" fmla="*/ 0 w 914400"/>
                <a:gd name="connsiteY17" fmla="*/ 266699 h 914400"/>
                <a:gd name="connsiteX18" fmla="*/ 0 w 914400"/>
                <a:gd name="connsiteY18" fmla="*/ 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4400" h="914400">
                  <a:moveTo>
                    <a:pt x="0" y="0"/>
                  </a:moveTo>
                  <a:lnTo>
                    <a:pt x="262654" y="0"/>
                  </a:lnTo>
                  <a:cubicBezTo>
                    <a:pt x="262654" y="77204"/>
                    <a:pt x="347944" y="139791"/>
                    <a:pt x="453154" y="139791"/>
                  </a:cubicBezTo>
                  <a:cubicBezTo>
                    <a:pt x="558364" y="139791"/>
                    <a:pt x="643654" y="77204"/>
                    <a:pt x="643654" y="0"/>
                  </a:cubicBezTo>
                  <a:lnTo>
                    <a:pt x="914400" y="0"/>
                  </a:lnTo>
                  <a:lnTo>
                    <a:pt x="914400" y="266698"/>
                  </a:lnTo>
                  <a:cubicBezTo>
                    <a:pt x="837196" y="266698"/>
                    <a:pt x="774609" y="351988"/>
                    <a:pt x="774609" y="457198"/>
                  </a:cubicBezTo>
                  <a:cubicBezTo>
                    <a:pt x="774609" y="562408"/>
                    <a:pt x="837196" y="647698"/>
                    <a:pt x="914400" y="647698"/>
                  </a:cubicBezTo>
                  <a:lnTo>
                    <a:pt x="914400" y="914400"/>
                  </a:lnTo>
                  <a:lnTo>
                    <a:pt x="643655" y="914400"/>
                  </a:lnTo>
                  <a:lnTo>
                    <a:pt x="639785" y="886228"/>
                  </a:lnTo>
                  <a:cubicBezTo>
                    <a:pt x="622021" y="822528"/>
                    <a:pt x="545214" y="774610"/>
                    <a:pt x="453155" y="774610"/>
                  </a:cubicBezTo>
                  <a:cubicBezTo>
                    <a:pt x="361096" y="774610"/>
                    <a:pt x="284289" y="822528"/>
                    <a:pt x="266525" y="886228"/>
                  </a:cubicBezTo>
                  <a:lnTo>
                    <a:pt x="262655" y="914400"/>
                  </a:lnTo>
                  <a:lnTo>
                    <a:pt x="0" y="914400"/>
                  </a:lnTo>
                  <a:lnTo>
                    <a:pt x="0" y="647699"/>
                  </a:lnTo>
                  <a:cubicBezTo>
                    <a:pt x="77204" y="647699"/>
                    <a:pt x="139791" y="562409"/>
                    <a:pt x="139791" y="457199"/>
                  </a:cubicBezTo>
                  <a:cubicBezTo>
                    <a:pt x="139791" y="351989"/>
                    <a:pt x="77204" y="266699"/>
                    <a:pt x="0" y="2666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2202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B16226F-1C03-4244-B5F1-4B50FE2D593D}"/>
                </a:ext>
              </a:extLst>
            </p:cNvPr>
            <p:cNvSpPr/>
            <p:nvPr/>
          </p:nvSpPr>
          <p:spPr>
            <a:xfrm rot="5400000">
              <a:off x="6017246" y="5899507"/>
              <a:ext cx="825904" cy="728582"/>
            </a:xfrm>
            <a:custGeom>
              <a:avLst/>
              <a:gdLst>
                <a:gd name="connsiteX0" fmla="*/ 139791 w 1054191"/>
                <a:gd name="connsiteY0" fmla="*/ 0 h 914400"/>
                <a:gd name="connsiteX1" fmla="*/ 1054191 w 1054191"/>
                <a:gd name="connsiteY1" fmla="*/ 0 h 914400"/>
                <a:gd name="connsiteX2" fmla="*/ 1054191 w 1054191"/>
                <a:gd name="connsiteY2" fmla="*/ 914400 h 914400"/>
                <a:gd name="connsiteX3" fmla="*/ 139791 w 1054191"/>
                <a:gd name="connsiteY3" fmla="*/ 914400 h 914400"/>
                <a:gd name="connsiteX4" fmla="*/ 139791 w 1054191"/>
                <a:gd name="connsiteY4" fmla="*/ 647699 h 914400"/>
                <a:gd name="connsiteX5" fmla="*/ 0 w 1054191"/>
                <a:gd name="connsiteY5" fmla="*/ 457199 h 914400"/>
                <a:gd name="connsiteX6" fmla="*/ 139791 w 1054191"/>
                <a:gd name="connsiteY6" fmla="*/ 266699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54191" h="914400">
                  <a:moveTo>
                    <a:pt x="139791" y="0"/>
                  </a:moveTo>
                  <a:lnTo>
                    <a:pt x="1054191" y="0"/>
                  </a:lnTo>
                  <a:lnTo>
                    <a:pt x="1054191" y="914400"/>
                  </a:lnTo>
                  <a:lnTo>
                    <a:pt x="139791" y="914400"/>
                  </a:lnTo>
                  <a:lnTo>
                    <a:pt x="139791" y="647699"/>
                  </a:lnTo>
                  <a:cubicBezTo>
                    <a:pt x="62587" y="647699"/>
                    <a:pt x="0" y="562409"/>
                    <a:pt x="0" y="457199"/>
                  </a:cubicBezTo>
                  <a:cubicBezTo>
                    <a:pt x="0" y="351989"/>
                    <a:pt x="62587" y="266699"/>
                    <a:pt x="139791" y="266699"/>
                  </a:cubicBezTo>
                  <a:close/>
                </a:path>
              </a:pathLst>
            </a:custGeom>
            <a:solidFill>
              <a:srgbClr val="F2202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C2B098A-FC0B-44D4-87E3-368CB731C9B2}"/>
                </a:ext>
              </a:extLst>
            </p:cNvPr>
            <p:cNvSpPr/>
            <p:nvPr/>
          </p:nvSpPr>
          <p:spPr>
            <a:xfrm>
              <a:off x="6065911" y="5112722"/>
              <a:ext cx="728582" cy="839966"/>
            </a:xfrm>
            <a:custGeom>
              <a:avLst/>
              <a:gdLst>
                <a:gd name="connsiteX0" fmla="*/ 453154 w 914400"/>
                <a:gd name="connsiteY0" fmla="*/ 0 h 1054191"/>
                <a:gd name="connsiteX1" fmla="*/ 643654 w 914400"/>
                <a:gd name="connsiteY1" fmla="*/ 139791 h 1054191"/>
                <a:gd name="connsiteX2" fmla="*/ 914400 w 914400"/>
                <a:gd name="connsiteY2" fmla="*/ 139791 h 1054191"/>
                <a:gd name="connsiteX3" fmla="*/ 914400 w 914400"/>
                <a:gd name="connsiteY3" fmla="*/ 1054191 h 1054191"/>
                <a:gd name="connsiteX4" fmla="*/ 643655 w 914400"/>
                <a:gd name="connsiteY4" fmla="*/ 1054191 h 1054191"/>
                <a:gd name="connsiteX5" fmla="*/ 639785 w 914400"/>
                <a:gd name="connsiteY5" fmla="*/ 1026019 h 1054191"/>
                <a:gd name="connsiteX6" fmla="*/ 453155 w 914400"/>
                <a:gd name="connsiteY6" fmla="*/ 914401 h 1054191"/>
                <a:gd name="connsiteX7" fmla="*/ 266525 w 914400"/>
                <a:gd name="connsiteY7" fmla="*/ 1026019 h 1054191"/>
                <a:gd name="connsiteX8" fmla="*/ 262655 w 914400"/>
                <a:gd name="connsiteY8" fmla="*/ 1054191 h 1054191"/>
                <a:gd name="connsiteX9" fmla="*/ 0 w 914400"/>
                <a:gd name="connsiteY9" fmla="*/ 1054191 h 1054191"/>
                <a:gd name="connsiteX10" fmla="*/ 0 w 914400"/>
                <a:gd name="connsiteY10" fmla="*/ 139791 h 1054191"/>
                <a:gd name="connsiteX11" fmla="*/ 262654 w 914400"/>
                <a:gd name="connsiteY11" fmla="*/ 139791 h 1054191"/>
                <a:gd name="connsiteX12" fmla="*/ 453154 w 914400"/>
                <a:gd name="connsiteY12" fmla="*/ 0 h 105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400" h="1054191">
                  <a:moveTo>
                    <a:pt x="453154" y="0"/>
                  </a:moveTo>
                  <a:cubicBezTo>
                    <a:pt x="558364" y="0"/>
                    <a:pt x="643654" y="62587"/>
                    <a:pt x="643654" y="139791"/>
                  </a:cubicBezTo>
                  <a:lnTo>
                    <a:pt x="914400" y="139791"/>
                  </a:lnTo>
                  <a:lnTo>
                    <a:pt x="914400" y="1054191"/>
                  </a:lnTo>
                  <a:lnTo>
                    <a:pt x="643655" y="1054191"/>
                  </a:lnTo>
                  <a:lnTo>
                    <a:pt x="639785" y="1026019"/>
                  </a:lnTo>
                  <a:cubicBezTo>
                    <a:pt x="622021" y="962319"/>
                    <a:pt x="545214" y="914401"/>
                    <a:pt x="453155" y="914401"/>
                  </a:cubicBezTo>
                  <a:cubicBezTo>
                    <a:pt x="361096" y="914401"/>
                    <a:pt x="284289" y="962319"/>
                    <a:pt x="266525" y="1026019"/>
                  </a:cubicBezTo>
                  <a:lnTo>
                    <a:pt x="262655" y="1054191"/>
                  </a:lnTo>
                  <a:lnTo>
                    <a:pt x="0" y="1054191"/>
                  </a:lnTo>
                  <a:lnTo>
                    <a:pt x="0" y="139791"/>
                  </a:lnTo>
                  <a:lnTo>
                    <a:pt x="262654" y="139791"/>
                  </a:lnTo>
                  <a:cubicBezTo>
                    <a:pt x="262654" y="62587"/>
                    <a:pt x="347944" y="0"/>
                    <a:pt x="453154" y="0"/>
                  </a:cubicBezTo>
                  <a:close/>
                </a:path>
              </a:pathLst>
            </a:custGeom>
            <a:solidFill>
              <a:srgbClr val="F2202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97A9565-3AC1-4212-9E01-325FF450018D}"/>
                </a:ext>
              </a:extLst>
            </p:cNvPr>
            <p:cNvSpPr/>
            <p:nvPr/>
          </p:nvSpPr>
          <p:spPr>
            <a:xfrm rot="10800000">
              <a:off x="5335466" y="4509141"/>
              <a:ext cx="839963" cy="728580"/>
            </a:xfrm>
            <a:custGeom>
              <a:avLst/>
              <a:gdLst>
                <a:gd name="connsiteX0" fmla="*/ 139791 w 1054191"/>
                <a:gd name="connsiteY0" fmla="*/ 0 h 914400"/>
                <a:gd name="connsiteX1" fmla="*/ 1054191 w 1054191"/>
                <a:gd name="connsiteY1" fmla="*/ 0 h 914400"/>
                <a:gd name="connsiteX2" fmla="*/ 1054191 w 1054191"/>
                <a:gd name="connsiteY2" fmla="*/ 914400 h 914400"/>
                <a:gd name="connsiteX3" fmla="*/ 139791 w 1054191"/>
                <a:gd name="connsiteY3" fmla="*/ 914400 h 914400"/>
                <a:gd name="connsiteX4" fmla="*/ 139791 w 1054191"/>
                <a:gd name="connsiteY4" fmla="*/ 647699 h 914400"/>
                <a:gd name="connsiteX5" fmla="*/ 0 w 1054191"/>
                <a:gd name="connsiteY5" fmla="*/ 457199 h 914400"/>
                <a:gd name="connsiteX6" fmla="*/ 139791 w 1054191"/>
                <a:gd name="connsiteY6" fmla="*/ 266699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54191" h="914400">
                  <a:moveTo>
                    <a:pt x="139791" y="0"/>
                  </a:moveTo>
                  <a:lnTo>
                    <a:pt x="1054191" y="0"/>
                  </a:lnTo>
                  <a:lnTo>
                    <a:pt x="1054191" y="914400"/>
                  </a:lnTo>
                  <a:lnTo>
                    <a:pt x="139791" y="914400"/>
                  </a:lnTo>
                  <a:lnTo>
                    <a:pt x="139791" y="647699"/>
                  </a:lnTo>
                  <a:cubicBezTo>
                    <a:pt x="62587" y="647699"/>
                    <a:pt x="0" y="562409"/>
                    <a:pt x="0" y="457199"/>
                  </a:cubicBezTo>
                  <a:cubicBezTo>
                    <a:pt x="0" y="351989"/>
                    <a:pt x="62587" y="266699"/>
                    <a:pt x="139791" y="266699"/>
                  </a:cubicBezTo>
                  <a:close/>
                </a:path>
              </a:pathLst>
            </a:custGeom>
            <a:solidFill>
              <a:srgbClr val="9521AC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AAAB6826-4DCE-474C-A1C7-BEDACD0D980A}"/>
              </a:ext>
            </a:extLst>
          </p:cNvPr>
          <p:cNvSpPr txBox="1"/>
          <p:nvPr/>
        </p:nvSpPr>
        <p:spPr>
          <a:xfrm rot="18613537">
            <a:off x="2535919" y="3358750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9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tx1">
                    <a:alpha val="9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9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9000"/>
                  </a:schemeClr>
                </a:solidFill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218380154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654</TotalTime>
  <Words>24</Words>
  <Application>Microsoft Office PowerPoint</Application>
  <PresentationFormat>Custom</PresentationFormat>
  <Paragraphs>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Calibri</vt:lpstr>
      <vt:lpstr>Calibri Light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hellotuners1@outlook.com</dc:creator>
  <cp:lastModifiedBy>hellotuners1@outlook.com</cp:lastModifiedBy>
  <cp:revision>143</cp:revision>
  <dcterms:created xsi:type="dcterms:W3CDTF">2025-02-18T12:00:50Z</dcterms:created>
  <dcterms:modified xsi:type="dcterms:W3CDTF">2025-04-01T14:13:39Z</dcterms:modified>
</cp:coreProperties>
</file>