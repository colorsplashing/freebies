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8" r:id="rId2"/>
    <p:sldId id="301" r:id="rId3"/>
    <p:sldId id="303" r:id="rId4"/>
    <p:sldId id="304" r:id="rId5"/>
    <p:sldId id="302" r:id="rId6"/>
    <p:sldId id="305" r:id="rId7"/>
    <p:sldId id="321" r:id="rId8"/>
    <p:sldId id="317" r:id="rId9"/>
    <p:sldId id="318" r:id="rId10"/>
    <p:sldId id="319" r:id="rId11"/>
    <p:sldId id="320" r:id="rId12"/>
    <p:sldId id="316" r:id="rId1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7E4F"/>
    <a:srgbClr val="5C87D5"/>
    <a:srgbClr val="DF7D8E"/>
    <a:srgbClr val="FFFF43"/>
    <a:srgbClr val="F6EFB7"/>
    <a:srgbClr val="7EAD83"/>
    <a:srgbClr val="FF4F4F"/>
    <a:srgbClr val="FF3333"/>
    <a:srgbClr val="AA2C98"/>
    <a:srgbClr val="B72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9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2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6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9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5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6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1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7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6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D9A31A-7608-4B79-B5C7-9F01179B140A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43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DF7D8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5C87D5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EF7E4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endParaRPr kumimoji="0" lang="en-US" sz="6000" b="0" i="0" u="none" strike="noStrike" kern="1200" cap="none" spc="0" normalizeH="0" baseline="0" noProof="0" dirty="0">
              <a:ln w="28575">
                <a:solidFill>
                  <a:sysClr val="windowText" lastClr="000000"/>
                </a:solidFill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Activity</a:t>
            </a:r>
          </a:p>
        </p:txBody>
      </p:sp>
      <p:pic>
        <p:nvPicPr>
          <p:cNvPr id="469" name="Picture 468">
            <a:extLst>
              <a:ext uri="{FF2B5EF4-FFF2-40B4-BE49-F238E27FC236}">
                <a16:creationId xmlns:a16="http://schemas.microsoft.com/office/drawing/2014/main" id="{C2609FB3-D036-417C-A142-8F0F6F210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13" y="2235310"/>
            <a:ext cx="7869573" cy="572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7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8D6E81E-0931-4409-AB30-F6194BF857C2}"/>
              </a:ext>
            </a:extLst>
          </p:cNvPr>
          <p:cNvGrpSpPr/>
          <p:nvPr/>
        </p:nvGrpSpPr>
        <p:grpSpPr>
          <a:xfrm>
            <a:off x="643681" y="1520077"/>
            <a:ext cx="8771038" cy="5641793"/>
            <a:chOff x="-874101" y="937172"/>
            <a:chExt cx="8771038" cy="56417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5978CF5-2DA4-4F47-81EF-3910E91E7813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14D6BC5-790A-4493-A990-7D839A3367E7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DEA7BE1-0A62-4744-AD50-9044D9486C18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D25ECB0-8D6B-4201-B590-0AFC53ABFB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ACAC91C-DE11-4E74-B8F4-0AA23A7AE825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14" name="Oval 6">
                  <a:extLst>
                    <a:ext uri="{FF2B5EF4-FFF2-40B4-BE49-F238E27FC236}">
                      <a16:creationId xmlns:a16="http://schemas.microsoft.com/office/drawing/2014/main" id="{0A677D78-B9EE-405D-AEE3-CB1B4A92BC30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 5">
                  <a:extLst>
                    <a:ext uri="{FF2B5EF4-FFF2-40B4-BE49-F238E27FC236}">
                      <a16:creationId xmlns:a16="http://schemas.microsoft.com/office/drawing/2014/main" id="{D3F17147-2EAC-4974-BA21-EFBEDD62A3A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BF31A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08870F1-B818-4A14-8C23-C0D313AA8CCE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ED2E7D15-62FE-49E5-B5C1-5AAB3167DCA5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32D2FAB-C7B4-49F5-AE4C-291AC78EC1D3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BF31A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DB7D0D-9118-4592-8F49-C04018465B0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14FF7E9-770B-4F74-B433-4B479DCB3533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9DB46D-38CF-4331-AB6F-3BFAF968ABB3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AE105-B9CF-4C40-BA1C-A9414924E47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086E0-790E-4625-B27D-8D7B889E7087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C97DE9B-E71A-4F92-9866-1DEE8A65FDC5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E97A0DA-416C-4DC6-BF49-016FC3EDB82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43C3309-EA4B-4676-B1A7-3A6D473F36D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891FADF0-38CF-402A-A90A-868B7AA8BDCB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80B567F7-2405-4673-ADFB-34BD238E897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A613BD74-957F-4B92-88CB-3C2B29193AD5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4E94A6C-E9AF-4525-9514-2D4A252F0C1E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1D1E370-14D0-440A-AF75-AF85F2F5A3B7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36BE4-917B-43D2-8AD0-DC4EB9ADC4C5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C4FF4DE-CCA0-4BF7-AF97-EBD5D2B3C6B8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8136BE5B-86AF-4843-BB6F-0C88D70E75A1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7324B47-01D2-4B07-9735-5E26D93EA72B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D18E6C1B-6A25-4C4F-BDCA-886249744DC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B8B1AB1-1842-4255-8C43-051DA8BC08C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EF2D2B7-D850-4CC8-89D8-B6203EE4AA51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639C495-AC24-4964-BDFA-D03FA85DF0BB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F0FD706-1321-4730-88F7-D0D28B3C12F2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D1878A-66F1-4C58-BCBD-150926DFC523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0CBA05E-49D6-4D69-A3EC-D2009C4B53DB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468D5D0-F492-4C6C-A6E1-EDB3247C867D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CA0703E-A0D8-4FD6-B24D-F80DC459B594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AE5DC10-26FF-4473-A7DD-21EA2CF42B6D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C1910FC-D5DE-48CC-91F0-58B19C96F5F9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2A83B34-F1C1-45BE-96BF-38BEB53DF6D2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D9557EE-8741-49A3-A817-E4FDC22E234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187B5D-F469-4DE0-AF69-CC624A5C702D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B6550F4-0387-4184-8C89-E70736D3CC0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44163A8-A7C6-4394-A65D-305779C8CB00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74E76A0-5AB3-4508-943F-AA0298EA9C06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B060B52-F876-4FA5-95ED-24A671908119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A07D9B8-26CC-4F36-9AF9-339B7E656AC8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74085E1-910C-4EA7-A0EF-91694406701A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A14CEE3B-D042-45F2-8BAC-4680D06CDAF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72F0C1-9C1D-4141-9E04-E372D3B4E09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BE347C5-4D8E-4F6D-9227-D94416852175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E5EFEDE-9EF2-494D-BBCF-7ABDE1C33E6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CF4538BD-FDB3-4D7D-9535-19C391608B18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5">
                      <a:lumMod val="40000"/>
                      <a:lumOff val="60000"/>
                    </a:schemeClr>
                  </a:gs>
                  <a:gs pos="70000">
                    <a:schemeClr val="accent5">
                      <a:lumMod val="60000"/>
                      <a:lumOff val="40000"/>
                    </a:schemeClr>
                  </a:gs>
                  <a:gs pos="100000">
                    <a:srgbClr val="BF31AB"/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263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8D6E81E-0931-4409-AB30-F6194BF857C2}"/>
              </a:ext>
            </a:extLst>
          </p:cNvPr>
          <p:cNvGrpSpPr/>
          <p:nvPr/>
        </p:nvGrpSpPr>
        <p:grpSpPr>
          <a:xfrm>
            <a:off x="643681" y="1520077"/>
            <a:ext cx="8771038" cy="5641793"/>
            <a:chOff x="-874101" y="937172"/>
            <a:chExt cx="8771038" cy="56417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5978CF5-2DA4-4F47-81EF-3910E91E7813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14D6BC5-790A-4493-A990-7D839A3367E7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DEA7BE1-0A62-4744-AD50-9044D9486C18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D25ECB0-8D6B-4201-B590-0AFC53ABFB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ACAC91C-DE11-4E74-B8F4-0AA23A7AE825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14" name="Oval 6">
                  <a:extLst>
                    <a:ext uri="{FF2B5EF4-FFF2-40B4-BE49-F238E27FC236}">
                      <a16:creationId xmlns:a16="http://schemas.microsoft.com/office/drawing/2014/main" id="{0A677D78-B9EE-405D-AEE3-CB1B4A92BC30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 5">
                  <a:extLst>
                    <a:ext uri="{FF2B5EF4-FFF2-40B4-BE49-F238E27FC236}">
                      <a16:creationId xmlns:a16="http://schemas.microsoft.com/office/drawing/2014/main" id="{D3F17147-2EAC-4974-BA21-EFBEDD62A3A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08870F1-B818-4A14-8C23-C0D313AA8CCE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ED2E7D15-62FE-49E5-B5C1-5AAB3167DCA5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32D2FAB-C7B4-49F5-AE4C-291AC78EC1D3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DB7D0D-9118-4592-8F49-C04018465B0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14FF7E9-770B-4F74-B433-4B479DCB3533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9DB46D-38CF-4331-AB6F-3BFAF968ABB3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AE105-B9CF-4C40-BA1C-A9414924E47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086E0-790E-4625-B27D-8D7B889E7087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C97DE9B-E71A-4F92-9866-1DEE8A65FDC5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E97A0DA-416C-4DC6-BF49-016FC3EDB82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43C3309-EA4B-4676-B1A7-3A6D473F36D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891FADF0-38CF-402A-A90A-868B7AA8BDCB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80B567F7-2405-4673-ADFB-34BD238E897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A613BD74-957F-4B92-88CB-3C2B29193AD5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4E94A6C-E9AF-4525-9514-2D4A252F0C1E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1D1E370-14D0-440A-AF75-AF85F2F5A3B7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36BE4-917B-43D2-8AD0-DC4EB9ADC4C5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C4FF4DE-CCA0-4BF7-AF97-EBD5D2B3C6B8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8136BE5B-86AF-4843-BB6F-0C88D70E75A1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7324B47-01D2-4B07-9735-5E26D93EA72B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D18E6C1B-6A25-4C4F-BDCA-886249744DC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B8B1AB1-1842-4255-8C43-051DA8BC08C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EF2D2B7-D850-4CC8-89D8-B6203EE4AA51}"/>
                  </a:ext>
                </a:extLst>
              </p:cNvPr>
              <p:cNvSpPr/>
              <p:nvPr/>
            </p:nvSpPr>
            <p:spPr>
              <a:xfrm>
                <a:off x="3141677" y="2013564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639C495-AC24-4964-BDFA-D03FA85DF0BB}"/>
                  </a:ext>
                </a:extLst>
              </p:cNvPr>
              <p:cNvSpPr/>
              <p:nvPr/>
            </p:nvSpPr>
            <p:spPr>
              <a:xfrm flipH="1">
                <a:off x="3057048" y="2059433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F0FD706-1321-4730-88F7-D0D28B3C12F2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D1878A-66F1-4C58-BCBD-150926DFC523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0CBA05E-49D6-4D69-A3EC-D2009C4B53DB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468D5D0-F492-4C6C-A6E1-EDB3247C867D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CA0703E-A0D8-4FD6-B24D-F80DC459B594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AE5DC10-26FF-4473-A7DD-21EA2CF42B6D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C1910FC-D5DE-48CC-91F0-58B19C96F5F9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2A83B34-F1C1-45BE-96BF-38BEB53DF6D2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D9557EE-8741-49A3-A817-E4FDC22E234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187B5D-F469-4DE0-AF69-CC624A5C702D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B6550F4-0387-4184-8C89-E70736D3CC0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44163A8-A7C6-4394-A65D-305779C8CB00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74E76A0-5AB3-4508-943F-AA0298EA9C06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B060B52-F876-4FA5-95ED-24A671908119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A07D9B8-26CC-4F36-9AF9-339B7E656AC8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74085E1-910C-4EA7-A0EF-91694406701A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A14CEE3B-D042-45F2-8BAC-4680D06CDAF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72F0C1-9C1D-4141-9E04-E372D3B4E09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BE347C5-4D8E-4F6D-9227-D94416852175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E5EFEDE-9EF2-494D-BBCF-7ABDE1C33E6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CF4538BD-FDB3-4D7D-9535-19C391608B18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accent6">
                      <a:lumMod val="40000"/>
                      <a:lumOff val="60000"/>
                    </a:schemeClr>
                  </a:gs>
                  <a:gs pos="7000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641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8D6E81E-0931-4409-AB30-F6194BF857C2}"/>
              </a:ext>
            </a:extLst>
          </p:cNvPr>
          <p:cNvGrpSpPr/>
          <p:nvPr/>
        </p:nvGrpSpPr>
        <p:grpSpPr>
          <a:xfrm>
            <a:off x="643681" y="1520077"/>
            <a:ext cx="8771038" cy="5641793"/>
            <a:chOff x="-874101" y="937172"/>
            <a:chExt cx="8771038" cy="564179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5978CF5-2DA4-4F47-81EF-3910E91E7813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14D6BC5-790A-4493-A990-7D839A3367E7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DEA7BE1-0A62-4744-AD50-9044D9486C18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D25ECB0-8D6B-4201-B590-0AFC53ABFB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ACAC91C-DE11-4E74-B8F4-0AA23A7AE825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14" name="Oval 6">
                  <a:extLst>
                    <a:ext uri="{FF2B5EF4-FFF2-40B4-BE49-F238E27FC236}">
                      <a16:creationId xmlns:a16="http://schemas.microsoft.com/office/drawing/2014/main" id="{0A677D78-B9EE-405D-AEE3-CB1B4A92BC30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chemeClr val="tx2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 5">
                  <a:extLst>
                    <a:ext uri="{FF2B5EF4-FFF2-40B4-BE49-F238E27FC236}">
                      <a16:creationId xmlns:a16="http://schemas.microsoft.com/office/drawing/2014/main" id="{D3F17147-2EAC-4974-BA21-EFBEDD62A3A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chemeClr val="tx2">
                    <a:lumMod val="90000"/>
                    <a:lumOff val="1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08870F1-B818-4A14-8C23-C0D313AA8CCE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ED2E7D15-62FE-49E5-B5C1-5AAB3167DCA5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chemeClr val="tx2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32D2FAB-C7B4-49F5-AE4C-291AC78EC1D3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chemeClr val="tx2">
                    <a:lumMod val="90000"/>
                    <a:lumOff val="1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DB7D0D-9118-4592-8F49-C04018465B0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14FF7E9-770B-4F74-B433-4B479DCB3533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9DB46D-38CF-4331-AB6F-3BFAF968ABB3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AE105-B9CF-4C40-BA1C-A9414924E47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0086E0-790E-4625-B27D-8D7B889E7087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C97DE9B-E71A-4F92-9866-1DEE8A65FDC5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E97A0DA-416C-4DC6-BF49-016FC3EDB82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43C3309-EA4B-4676-B1A7-3A6D473F36D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891FADF0-38CF-402A-A90A-868B7AA8BDCB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80B567F7-2405-4673-ADFB-34BD238E897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A613BD74-957F-4B92-88CB-3C2B29193AD5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4E94A6C-E9AF-4525-9514-2D4A252F0C1E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1D1E370-14D0-440A-AF75-AF85F2F5A3B7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36BE4-917B-43D2-8AD0-DC4EB9ADC4C5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C4FF4DE-CCA0-4BF7-AF97-EBD5D2B3C6B8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8136BE5B-86AF-4843-BB6F-0C88D70E75A1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7324B47-01D2-4B07-9735-5E26D93EA72B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D18E6C1B-6A25-4C4F-BDCA-886249744DC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B8B1AB1-1842-4255-8C43-051DA8BC08C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EF2D2B7-D850-4CC8-89D8-B6203EE4AA51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639C495-AC24-4964-BDFA-D03FA85DF0BB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F0FD706-1321-4730-88F7-D0D28B3C12F2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D1878A-66F1-4C58-BCBD-150926DFC523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0CBA05E-49D6-4D69-A3EC-D2009C4B53DB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468D5D0-F492-4C6C-A6E1-EDB3247C867D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CA0703E-A0D8-4FD6-B24D-F80DC459B594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AE5DC10-26FF-4473-A7DD-21EA2CF42B6D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C1910FC-D5DE-48CC-91F0-58B19C96F5F9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2A83B34-F1C1-45BE-96BF-38BEB53DF6D2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D9557EE-8741-49A3-A817-E4FDC22E234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187B5D-F469-4DE0-AF69-CC624A5C702D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B6550F4-0387-4184-8C89-E70736D3CC0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44163A8-A7C6-4394-A65D-305779C8CB00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74E76A0-5AB3-4508-943F-AA0298EA9C06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B060B52-F876-4FA5-95ED-24A671908119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A07D9B8-26CC-4F36-9AF9-339B7E656AC8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74085E1-910C-4EA7-A0EF-91694406701A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A14CEE3B-D042-45F2-8BAC-4680D06CDAF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72F0C1-9C1D-4141-9E04-E372D3B4E09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BE347C5-4D8E-4F6D-9227-D94416852175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E5EFEDE-9EF2-494D-BBCF-7ABDE1C33E6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CF4538BD-FDB3-4D7D-9535-19C391608B18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2000">
                    <a:schemeClr val="tx2">
                      <a:lumMod val="50000"/>
                      <a:lumOff val="50000"/>
                    </a:schemeClr>
                  </a:gs>
                  <a:gs pos="70000">
                    <a:schemeClr val="tx2">
                      <a:lumMod val="75000"/>
                      <a:lumOff val="25000"/>
                    </a:schemeClr>
                  </a:gs>
                  <a:gs pos="100000">
                    <a:schemeClr val="tx2">
                      <a:lumMod val="90000"/>
                      <a:lumOff val="1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807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4329" y="479930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5C87D5"/>
                </a:solidFill>
                <a:latin typeface="Arial Black" panose="020B0A04020102020204" pitchFamily="34" charset="0"/>
              </a:rPr>
              <a:t>M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DF7D8E"/>
                </a:solidFill>
                <a:latin typeface="Arial Black" panose="020B0A04020102020204" pitchFamily="34" charset="0"/>
              </a:rPr>
              <a:t>y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EF7E4F"/>
                </a:solidFill>
                <a:latin typeface="Arial Black" panose="020B0A04020102020204" pitchFamily="34" charset="0"/>
              </a:rPr>
              <a:t>S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7EAD83"/>
                </a:solidFill>
                <a:latin typeface="Arial Black" panose="020B0A04020102020204" pitchFamily="34" charset="0"/>
              </a:rPr>
              <a:t>h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F6EFB7"/>
                </a:solidFill>
                <a:latin typeface="Arial Black" panose="020B0A04020102020204" pitchFamily="34" charset="0"/>
              </a:rPr>
              <a:t>a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DF7D8E"/>
                </a:solidFill>
                <a:latin typeface="Arial Black" panose="020B0A04020102020204" pitchFamily="34" charset="0"/>
              </a:rPr>
              <a:t>p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chemeClr val="accent4"/>
                </a:solidFill>
                <a:latin typeface="Arial Black" panose="020B0A04020102020204" pitchFamily="34" charset="0"/>
              </a:rPr>
              <a:t>e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FF4F4F"/>
                </a:solidFill>
                <a:latin typeface="Arial Black" panose="020B0A04020102020204" pitchFamily="34" charset="0"/>
              </a:rPr>
              <a:t>B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FFFF43"/>
                </a:solidFill>
                <a:latin typeface="Arial Black" panose="020B0A04020102020204" pitchFamily="34" charset="0"/>
              </a:rPr>
              <a:t>u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5C87D5"/>
                </a:solidFill>
                <a:latin typeface="Arial Black" panose="020B0A04020102020204" pitchFamily="34" charset="0"/>
              </a:rPr>
              <a:t>t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DF7D8E"/>
                </a:solidFill>
                <a:latin typeface="Arial Black" panose="020B0A04020102020204" pitchFamily="34" charset="0"/>
              </a:rPr>
              <a:t>t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7EAD83"/>
                </a:solidFill>
                <a:latin typeface="Arial Black" panose="020B0A04020102020204" pitchFamily="34" charset="0"/>
              </a:rPr>
              <a:t>e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EF7E4F"/>
                </a:solidFill>
                <a:latin typeface="Arial Black" panose="020B0A04020102020204" pitchFamily="34" charset="0"/>
              </a:rPr>
              <a:t>r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FFFF43"/>
                </a:solidFill>
                <a:latin typeface="Arial Black" panose="020B0A04020102020204" pitchFamily="34" charset="0"/>
              </a:rPr>
              <a:t>f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chemeClr val="tx2">
                    <a:lumMod val="25000"/>
                    <a:lumOff val="75000"/>
                  </a:schemeClr>
                </a:solidFill>
                <a:latin typeface="Arial Black" panose="020B0A04020102020204" pitchFamily="34" charset="0"/>
              </a:rPr>
              <a:t>l</a:t>
            </a:r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E64A11-E0F0-4604-946A-E9FB00E84C7D}"/>
              </a:ext>
            </a:extLst>
          </p:cNvPr>
          <p:cNvGrpSpPr/>
          <p:nvPr/>
        </p:nvGrpSpPr>
        <p:grpSpPr>
          <a:xfrm>
            <a:off x="435818" y="5103993"/>
            <a:ext cx="9186763" cy="1561945"/>
            <a:chOff x="1933575" y="3829364"/>
            <a:chExt cx="6105525" cy="103806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5C42736-539C-496F-A98E-CFCA17B26654}"/>
                </a:ext>
              </a:extLst>
            </p:cNvPr>
            <p:cNvSpPr/>
            <p:nvPr/>
          </p:nvSpPr>
          <p:spPr>
            <a:xfrm>
              <a:off x="1933575" y="3848257"/>
              <a:ext cx="1019175" cy="1019175"/>
            </a:xfrm>
            <a:prstGeom prst="ellipse">
              <a:avLst/>
            </a:prstGeom>
            <a:solidFill>
              <a:srgbClr val="F6EFB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70C7A1-D4D7-43A3-B27E-654E1D8135A0}"/>
                </a:ext>
              </a:extLst>
            </p:cNvPr>
            <p:cNvSpPr/>
            <p:nvPr/>
          </p:nvSpPr>
          <p:spPr>
            <a:xfrm>
              <a:off x="3076574" y="3848257"/>
              <a:ext cx="1019176" cy="1019176"/>
            </a:xfrm>
            <a:prstGeom prst="rect">
              <a:avLst/>
            </a:prstGeom>
            <a:solidFill>
              <a:srgbClr val="5C87D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510A81-A05C-41F1-8ED0-8472E366DA79}"/>
                </a:ext>
              </a:extLst>
            </p:cNvPr>
            <p:cNvSpPr/>
            <p:nvPr/>
          </p:nvSpPr>
          <p:spPr>
            <a:xfrm>
              <a:off x="4219574" y="3848257"/>
              <a:ext cx="1552576" cy="1019176"/>
            </a:xfrm>
            <a:prstGeom prst="rect">
              <a:avLst/>
            </a:prstGeom>
            <a:solidFill>
              <a:srgbClr val="EF7E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E606BA-2DBA-46C0-B334-BA44F23867FA}"/>
                </a:ext>
              </a:extLst>
            </p:cNvPr>
            <p:cNvSpPr/>
            <p:nvPr/>
          </p:nvSpPr>
          <p:spPr>
            <a:xfrm>
              <a:off x="5895975" y="3829364"/>
              <a:ext cx="885826" cy="1019175"/>
            </a:xfrm>
            <a:prstGeom prst="ellipse">
              <a:avLst/>
            </a:prstGeom>
            <a:solidFill>
              <a:srgbClr val="7EAD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D528D3E-25D9-46ED-A265-88669F2D3792}"/>
                </a:ext>
              </a:extLst>
            </p:cNvPr>
            <p:cNvSpPr/>
            <p:nvPr/>
          </p:nvSpPr>
          <p:spPr>
            <a:xfrm>
              <a:off x="6900872" y="3886200"/>
              <a:ext cx="1138228" cy="981232"/>
            </a:xfrm>
            <a:prstGeom prst="triangle">
              <a:avLst/>
            </a:prstGeom>
            <a:solidFill>
              <a:srgbClr val="DF7D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B831AAC-BAB4-40C0-9C94-B30BAAFD99FC}"/>
              </a:ext>
            </a:extLst>
          </p:cNvPr>
          <p:cNvGrpSpPr/>
          <p:nvPr/>
        </p:nvGrpSpPr>
        <p:grpSpPr>
          <a:xfrm>
            <a:off x="2433391" y="1522905"/>
            <a:ext cx="5191618" cy="3339404"/>
            <a:chOff x="-874101" y="937172"/>
            <a:chExt cx="8771038" cy="564179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061D6DD-A5C6-4C01-915E-101F54B89991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0111A43-D24E-423B-8023-94E03604678F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1D90852D-6826-481C-8D5B-867FFF59B0AD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41DEEC8-8D0F-456C-ACEF-67F493B92703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BD7B285A-5E65-411F-B658-47D66D4417A3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113" name="Oval 6">
                  <a:extLst>
                    <a:ext uri="{FF2B5EF4-FFF2-40B4-BE49-F238E27FC236}">
                      <a16:creationId xmlns:a16="http://schemas.microsoft.com/office/drawing/2014/main" id="{841F0371-1F30-49B4-A2F2-292CF9FBA568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5">
                  <a:extLst>
                    <a:ext uri="{FF2B5EF4-FFF2-40B4-BE49-F238E27FC236}">
                      <a16:creationId xmlns:a16="http://schemas.microsoft.com/office/drawing/2014/main" id="{CFE0B478-E884-47EC-8F81-1B0A223313A9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42DE363E-C82F-40C1-8F9E-B15AA4BC9251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111" name="Oval 6">
                  <a:extLst>
                    <a:ext uri="{FF2B5EF4-FFF2-40B4-BE49-F238E27FC236}">
                      <a16:creationId xmlns:a16="http://schemas.microsoft.com/office/drawing/2014/main" id="{218E0E4D-0AF8-44EE-81BB-72605C685B86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5">
                  <a:extLst>
                    <a:ext uri="{FF2B5EF4-FFF2-40B4-BE49-F238E27FC236}">
                      <a16:creationId xmlns:a16="http://schemas.microsoft.com/office/drawing/2014/main" id="{BE4FA6AD-899B-426C-BB58-876AA0189FDB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969460A-0BD7-4C84-B6AA-C9D692BC163E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A48A100D-21E8-4582-BF7B-A132A5BC945E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131A7156-EF97-4063-85B9-FCC1E24745C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403E84F-FEDA-44B8-893B-4CE46FC710B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324739"/>
              <a:chOff x="4236985" y="1508541"/>
              <a:chExt cx="1813810" cy="4324739"/>
            </a:xfrm>
          </p:grpSpPr>
          <p:sp>
            <p:nvSpPr>
              <p:cNvPr id="104" name="Rectangle 4">
                <a:extLst>
                  <a:ext uri="{FF2B5EF4-FFF2-40B4-BE49-F238E27FC236}">
                    <a16:creationId xmlns:a16="http://schemas.microsoft.com/office/drawing/2014/main" id="{E9F04961-7CE9-46AA-97A3-A79CCEB08303}"/>
                  </a:ext>
                </a:extLst>
              </p:cNvPr>
              <p:cNvSpPr/>
              <p:nvPr/>
            </p:nvSpPr>
            <p:spPr>
              <a:xfrm rot="298876">
                <a:off x="4561504" y="2785278"/>
                <a:ext cx="1373178" cy="3048002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280F5F3-8B67-4858-B559-EBC39E9B143A}"/>
                  </a:ext>
                </a:extLst>
              </p:cNvPr>
              <p:cNvSpPr/>
              <p:nvPr/>
            </p:nvSpPr>
            <p:spPr>
              <a:xfrm>
                <a:off x="4570974" y="2874460"/>
                <a:ext cx="1244237" cy="880606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03AAD008-6295-4967-8542-871C44CEC5AC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49AF4BB-55B0-4151-90B8-8FD3D2C18CE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id="{711659BC-2FD8-4E50-939E-BA6ADBB428F3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Arc 98">
                <a:extLst>
                  <a:ext uri="{FF2B5EF4-FFF2-40B4-BE49-F238E27FC236}">
                    <a16:creationId xmlns:a16="http://schemas.microsoft.com/office/drawing/2014/main" id="{A2FAB902-3D19-402A-98E4-E699E35481A5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Arc 99">
                <a:extLst>
                  <a:ext uri="{FF2B5EF4-FFF2-40B4-BE49-F238E27FC236}">
                    <a16:creationId xmlns:a16="http://schemas.microsoft.com/office/drawing/2014/main" id="{F609CA0C-38BD-498A-928B-78C9132BC5FD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6150204B-3CBC-489C-AC68-B594B7E549B9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0F3BFB91-3F47-45D1-B117-265B45A580F0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A3092A95-AD3F-430C-99EF-0CE36161F17A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210DB7F-FDFC-4B7C-8082-5FDB2A9235E9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id="{97EEB602-1E3C-4DF5-96C1-BB2C4F21448B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Arc 92">
                <a:extLst>
                  <a:ext uri="{FF2B5EF4-FFF2-40B4-BE49-F238E27FC236}">
                    <a16:creationId xmlns:a16="http://schemas.microsoft.com/office/drawing/2014/main" id="{19AA1B8A-8E6C-4D0A-9A8A-936B5E9323A4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202A6C91-1BD1-4058-A8FD-7905394467B8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37D4C1B-4140-44C6-A859-FD329C3E7B7A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519B499-42CE-4EF8-95C0-A0717B7A792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DEEA538-7EF4-4E33-A099-58D1879BB0E1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68FD322-529A-4CB2-823E-8D9EC22441FA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EB4E6A66-5AB4-4CF3-BF8E-AA928181334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B116BEA8-D602-48FB-BDC4-033BA0C5C03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30B25EA-F455-433B-9FB4-713BC920E1E4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452B3CA-36E8-4395-99B9-7B683B12E891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1FB96EB-B630-4BE6-A6BC-2E57BEF82A4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E9600AFC-9AA2-4621-8462-FAB604EC9BCB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EE2F544-FE46-47E5-9D5F-A907BD88FDF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511A6C-8D3A-416A-87B0-A3C2C140B615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34A6AD8-9E41-4BC1-84E6-69A3E5844C24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D1183139-051B-46DA-A436-0215DDD9E500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FEDBEA4-E79F-4DCF-B1BA-BEA5B203D2E6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C9B8C71-35C5-4D8C-AD3B-1BBA7DA694E7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EBA8A43-8BDC-42D0-8553-B13720E4FA5B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3904F24-D9D7-4234-877D-8AA79126D3F9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161D8CA8-18C4-4C22-B1F8-4C5C8B7DAD6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A9CE5790-01B2-453D-8B66-B24D33AE67E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3C84F44-FC78-4833-B1A3-CA324B5428B4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3AF07E6D-9BF3-4268-B90D-90172BA5E4CC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75FBE66-8906-445E-9635-1AE79388A351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47FDA8D7-9B98-4D9C-8197-6202826C1191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4796FBD-A3A3-4179-8D48-79A9C62F0838}"/>
              </a:ext>
            </a:extLst>
          </p:cNvPr>
          <p:cNvGrpSpPr/>
          <p:nvPr/>
        </p:nvGrpSpPr>
        <p:grpSpPr>
          <a:xfrm>
            <a:off x="495444" y="6330556"/>
            <a:ext cx="8974336" cy="1570525"/>
            <a:chOff x="1933575" y="3823662"/>
            <a:chExt cx="5964346" cy="1043771"/>
          </a:xfrm>
          <a:noFill/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15680B8F-2645-4F4D-A664-081F3900BAB2}"/>
                </a:ext>
              </a:extLst>
            </p:cNvPr>
            <p:cNvSpPr/>
            <p:nvPr/>
          </p:nvSpPr>
          <p:spPr>
            <a:xfrm>
              <a:off x="1933575" y="3848257"/>
              <a:ext cx="1019175" cy="10191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A62DE17-23EB-40D5-9DAF-D15806A90E62}"/>
                </a:ext>
              </a:extLst>
            </p:cNvPr>
            <p:cNvSpPr/>
            <p:nvPr/>
          </p:nvSpPr>
          <p:spPr>
            <a:xfrm>
              <a:off x="3076574" y="3848257"/>
              <a:ext cx="1019176" cy="10191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6744FFC-5254-4069-96C6-1E8808696F43}"/>
                </a:ext>
              </a:extLst>
            </p:cNvPr>
            <p:cNvSpPr/>
            <p:nvPr/>
          </p:nvSpPr>
          <p:spPr>
            <a:xfrm>
              <a:off x="4219574" y="3848257"/>
              <a:ext cx="1552576" cy="10191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EB3C29A-EC7D-4529-9F53-5C625436E973}"/>
                </a:ext>
              </a:extLst>
            </p:cNvPr>
            <p:cNvSpPr/>
            <p:nvPr/>
          </p:nvSpPr>
          <p:spPr>
            <a:xfrm>
              <a:off x="5895975" y="3829364"/>
              <a:ext cx="885826" cy="10191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7E0C5A79-5818-49DD-94E7-6C1A680EA07E}"/>
                </a:ext>
              </a:extLst>
            </p:cNvPr>
            <p:cNvSpPr/>
            <p:nvPr/>
          </p:nvSpPr>
          <p:spPr>
            <a:xfrm>
              <a:off x="7012095" y="3823662"/>
              <a:ext cx="885826" cy="10191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pic>
        <p:nvPicPr>
          <p:cNvPr id="124" name="Picture 123">
            <a:extLst>
              <a:ext uri="{FF2B5EF4-FFF2-40B4-BE49-F238E27FC236}">
                <a16:creationId xmlns:a16="http://schemas.microsoft.com/office/drawing/2014/main" id="{9CC83E48-A8D2-4F73-9662-270D7735F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031" y="123935"/>
            <a:ext cx="1145206" cy="676242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1AF4C380-2171-40FF-8D70-941931A1AFEA}"/>
              </a:ext>
            </a:extLst>
          </p:cNvPr>
          <p:cNvSpPr txBox="1"/>
          <p:nvPr/>
        </p:nvSpPr>
        <p:spPr>
          <a:xfrm>
            <a:off x="3692901" y="317529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1E32972-8F08-4F35-97CA-B2C395A5A68F}"/>
              </a:ext>
            </a:extLst>
          </p:cNvPr>
          <p:cNvSpPr txBox="1"/>
          <p:nvPr/>
        </p:nvSpPr>
        <p:spPr>
          <a:xfrm>
            <a:off x="3435657" y="218799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335362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" y="1605217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 Black" panose="020B0A04020102020204" pitchFamily="34" charset="0"/>
              </a:rPr>
              <a:t>Let’s Add Up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E64A11-E0F0-4604-946A-E9FB00E84C7D}"/>
              </a:ext>
            </a:extLst>
          </p:cNvPr>
          <p:cNvGrpSpPr/>
          <p:nvPr/>
        </p:nvGrpSpPr>
        <p:grpSpPr>
          <a:xfrm>
            <a:off x="155117" y="3456743"/>
            <a:ext cx="9732099" cy="1111594"/>
            <a:chOff x="1933575" y="3829364"/>
            <a:chExt cx="9159816" cy="104622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5C42736-539C-496F-A98E-CFCA17B26654}"/>
                </a:ext>
              </a:extLst>
            </p:cNvPr>
            <p:cNvSpPr/>
            <p:nvPr/>
          </p:nvSpPr>
          <p:spPr>
            <a:xfrm>
              <a:off x="1933575" y="3848257"/>
              <a:ext cx="1019175" cy="1019175"/>
            </a:xfrm>
            <a:prstGeom prst="ellipse">
              <a:avLst/>
            </a:prstGeom>
            <a:solidFill>
              <a:srgbClr val="F6EFB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70C7A1-D4D7-43A3-B27E-654E1D8135A0}"/>
                </a:ext>
              </a:extLst>
            </p:cNvPr>
            <p:cNvSpPr/>
            <p:nvPr/>
          </p:nvSpPr>
          <p:spPr>
            <a:xfrm>
              <a:off x="3076574" y="3848257"/>
              <a:ext cx="1019176" cy="1019176"/>
            </a:xfrm>
            <a:prstGeom prst="rect">
              <a:avLst/>
            </a:prstGeom>
            <a:solidFill>
              <a:srgbClr val="5C87D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510A81-A05C-41F1-8ED0-8472E366DA79}"/>
                </a:ext>
              </a:extLst>
            </p:cNvPr>
            <p:cNvSpPr/>
            <p:nvPr/>
          </p:nvSpPr>
          <p:spPr>
            <a:xfrm>
              <a:off x="4219574" y="3848257"/>
              <a:ext cx="1552576" cy="1019176"/>
            </a:xfrm>
            <a:prstGeom prst="rect">
              <a:avLst/>
            </a:prstGeom>
            <a:solidFill>
              <a:srgbClr val="EF7E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E606BA-2DBA-46C0-B334-BA44F23867FA}"/>
                </a:ext>
              </a:extLst>
            </p:cNvPr>
            <p:cNvSpPr/>
            <p:nvPr/>
          </p:nvSpPr>
          <p:spPr>
            <a:xfrm>
              <a:off x="5895975" y="3829364"/>
              <a:ext cx="885826" cy="1019175"/>
            </a:xfrm>
            <a:prstGeom prst="ellipse">
              <a:avLst/>
            </a:prstGeom>
            <a:solidFill>
              <a:srgbClr val="7EAD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D528D3E-25D9-46ED-A265-88669F2D3792}"/>
                </a:ext>
              </a:extLst>
            </p:cNvPr>
            <p:cNvSpPr/>
            <p:nvPr/>
          </p:nvSpPr>
          <p:spPr>
            <a:xfrm>
              <a:off x="6900872" y="3886200"/>
              <a:ext cx="1138228" cy="981232"/>
            </a:xfrm>
            <a:prstGeom prst="triangle">
              <a:avLst/>
            </a:prstGeom>
            <a:solidFill>
              <a:srgbClr val="DF7D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64" name="Equals 63">
              <a:extLst>
                <a:ext uri="{FF2B5EF4-FFF2-40B4-BE49-F238E27FC236}">
                  <a16:creationId xmlns:a16="http://schemas.microsoft.com/office/drawing/2014/main" id="{3058F98C-85BD-4DA2-B625-EC24A841A644}"/>
                </a:ext>
              </a:extLst>
            </p:cNvPr>
            <p:cNvSpPr/>
            <p:nvPr/>
          </p:nvSpPr>
          <p:spPr>
            <a:xfrm>
              <a:off x="8220844" y="3894360"/>
              <a:ext cx="1138228" cy="981232"/>
            </a:xfrm>
            <a:prstGeom prst="mathEqual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666B0EB-419B-451A-8B80-8EFD16242106}"/>
                </a:ext>
              </a:extLst>
            </p:cNvPr>
            <p:cNvSpPr/>
            <p:nvPr/>
          </p:nvSpPr>
          <p:spPr>
            <a:xfrm>
              <a:off x="9540815" y="3848256"/>
              <a:ext cx="1552576" cy="10191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dirty="0">
                  <a:solidFill>
                    <a:schemeClr val="tx1"/>
                  </a:solidFill>
                </a:rPr>
                <a:t>14</a:t>
              </a: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E0EE9187-8B61-47BB-9E0E-27668BE49DB6}"/>
              </a:ext>
            </a:extLst>
          </p:cNvPr>
          <p:cNvSpPr/>
          <p:nvPr/>
        </p:nvSpPr>
        <p:spPr>
          <a:xfrm>
            <a:off x="3184036" y="5453512"/>
            <a:ext cx="3222844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Name: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7F71FD-63FE-4398-9160-4019593C60F9}"/>
              </a:ext>
            </a:extLst>
          </p:cNvPr>
          <p:cNvSpPr/>
          <p:nvPr/>
        </p:nvSpPr>
        <p:spPr>
          <a:xfrm flipH="1">
            <a:off x="3681478" y="6457213"/>
            <a:ext cx="6757921" cy="835258"/>
          </a:xfrm>
          <a:custGeom>
            <a:avLst/>
            <a:gdLst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91440 w 6346503"/>
              <a:gd name="connsiteY4" fmla="*/ 9144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6346503 w 6437943"/>
              <a:gd name="connsiteY0" fmla="*/ 835258 h 926698"/>
              <a:gd name="connsiteX1" fmla="*/ 0 w 6437943"/>
              <a:gd name="connsiteY1" fmla="*/ 835258 h 926698"/>
              <a:gd name="connsiteX2" fmla="*/ 0 w 6437943"/>
              <a:gd name="connsiteY2" fmla="*/ 0 h 926698"/>
              <a:gd name="connsiteX3" fmla="*/ 6346503 w 6437943"/>
              <a:gd name="connsiteY3" fmla="*/ 0 h 926698"/>
              <a:gd name="connsiteX4" fmla="*/ 6437943 w 6437943"/>
              <a:gd name="connsiteY4" fmla="*/ 926698 h 92669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6503" h="835258">
                <a:moveTo>
                  <a:pt x="6346503" y="835258"/>
                </a:moveTo>
                <a:lnTo>
                  <a:pt x="0" y="835258"/>
                </a:lnTo>
                <a:lnTo>
                  <a:pt x="0" y="0"/>
                </a:lnTo>
                <a:lnTo>
                  <a:pt x="6346503" y="0"/>
                </a:lnTo>
              </a:path>
            </a:pathLst>
          </a:custGeom>
          <a:noFill/>
          <a:ln w="38100">
            <a:solidFill>
              <a:srgbClr val="EF7E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AFB489E-FD79-4ABE-9B99-57D44966ACD2}"/>
              </a:ext>
            </a:extLst>
          </p:cNvPr>
          <p:cNvGrpSpPr/>
          <p:nvPr/>
        </p:nvGrpSpPr>
        <p:grpSpPr>
          <a:xfrm rot="1285287">
            <a:off x="77803" y="1567719"/>
            <a:ext cx="1800286" cy="1157998"/>
            <a:chOff x="-874101" y="937172"/>
            <a:chExt cx="8771038" cy="564179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5246B50-8E74-45D0-8317-EA75165BBF5F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8F6DC3-1EFB-4F9B-ADF9-4B95C864D11A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FB521-6399-48DA-9A26-613FAB46127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E300182-8090-4221-87A5-AB4BED69689E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B45B8C9-48E0-4FDF-ABD2-CE916A3E5BC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4" name="Oval 6">
                  <a:extLst>
                    <a:ext uri="{FF2B5EF4-FFF2-40B4-BE49-F238E27FC236}">
                      <a16:creationId xmlns:a16="http://schemas.microsoft.com/office/drawing/2014/main" id="{E40B400B-29B3-40AC-B334-9BE6B3D8E8E1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 5">
                  <a:extLst>
                    <a:ext uri="{FF2B5EF4-FFF2-40B4-BE49-F238E27FC236}">
                      <a16:creationId xmlns:a16="http://schemas.microsoft.com/office/drawing/2014/main" id="{DDC71EEF-53D1-48BE-A8C5-331EB2B8C48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C8B4D8C0-E5B9-4775-8164-01B38993D220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2" name="Oval 6">
                  <a:extLst>
                    <a:ext uri="{FF2B5EF4-FFF2-40B4-BE49-F238E27FC236}">
                      <a16:creationId xmlns:a16="http://schemas.microsoft.com/office/drawing/2014/main" id="{CF28A2C0-174A-4B29-930D-40AFFD32AC9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5">
                  <a:extLst>
                    <a:ext uri="{FF2B5EF4-FFF2-40B4-BE49-F238E27FC236}">
                      <a16:creationId xmlns:a16="http://schemas.microsoft.com/office/drawing/2014/main" id="{5DB53594-55F1-4924-B17C-1917A1556CB6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A04509C-2DAF-4C9E-B9BF-FA623BACFAA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901BC9B-0813-438B-BCB2-EFF6BEEA9D2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A219264-FA59-4D89-B547-13C49A8B0F67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E058C06-DA45-42E1-95C8-B67B26F8774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15" name="Rectangle 4">
                <a:extLst>
                  <a:ext uri="{FF2B5EF4-FFF2-40B4-BE49-F238E27FC236}">
                    <a16:creationId xmlns:a16="http://schemas.microsoft.com/office/drawing/2014/main" id="{FA730089-69BE-4F69-AD56-54D80833BE61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6330EE-67C7-4AEB-8393-BB5B37A91268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3E229A82-8D82-47B3-9A52-1275B36BE775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BD8FA68-FFD2-47B1-8832-D41F58932513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E3DA4293-9071-460B-8F37-8689948D910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Arc 209">
                <a:extLst>
                  <a:ext uri="{FF2B5EF4-FFF2-40B4-BE49-F238E27FC236}">
                    <a16:creationId xmlns:a16="http://schemas.microsoft.com/office/drawing/2014/main" id="{37F9CC77-7411-4BBA-94CE-CE08C4877197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B6A3AA4-A404-43A0-8D17-CACD16C33E7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10C118F-E4D1-4272-A430-E5B48923B16F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ADE75EB-9077-40C6-823F-4102C92A1F5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2181191-4154-4FBD-8AAB-C36A20A859E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978C96-93E5-4E06-8FC4-FAAEBC60A744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3FA93E69-3608-4D50-98AE-0DCF78E7EDE4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Arc 203">
                <a:extLst>
                  <a:ext uri="{FF2B5EF4-FFF2-40B4-BE49-F238E27FC236}">
                    <a16:creationId xmlns:a16="http://schemas.microsoft.com/office/drawing/2014/main" id="{9485FB1E-B48A-4D16-9B29-987641A9884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304B21E8-027D-4D44-8478-6C00EF574C54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86AC3E-F59A-4012-8BF5-28F90E76628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CEF6CBC-A55F-45D2-90F1-A15A1EE5DCE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A998344-8279-4FB3-BA1B-209BE3C5D76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B0CC050-3F43-4C4E-8036-95BFA4782D85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DF6A192B-EC9C-4859-8E61-61EDF4CC21E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66716502-F1E6-421D-97FD-83B0EEC7EAB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F005F518-F364-4271-9013-D55E2EDF734B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664CCC0-E41E-4A86-AA9A-CFB07E14102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2F06102-FEB3-4E2A-ABF6-CD884D94782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E62DD42-D6A2-4E28-8FD7-CBFD2D37A01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7A4F623-F1AF-4964-AF1F-A4D5E827AA3E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E560A18-F352-4810-9E8C-76B071C6267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B126551-19EC-4083-A789-DAC0416DC03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4639946E-0E7F-4914-A754-7AB6BB4ADAF9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829A9-7577-4056-B867-8FCC170E196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A3DC5DE3-8C64-4F19-AB84-6D15E92D7E8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DF850CE-0148-4721-9F59-C8362B428944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119FC39-E350-4B71-B740-E0522ABAED16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3A229AD-A7FA-4C2E-8909-6000D989287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EB1AB9C2-BE11-4A1C-8A5B-EAD736CDEEE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27D58366-9BB4-4536-A179-19A76E0BB660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24B4D63-C5ED-4721-8FB2-5C04029AEFF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1599712-4C75-4F59-9576-128D1C50FEB3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FD7AB541-30E0-4E2F-87C5-6AB15B4F75BD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490A4E6-378B-4BBC-8D91-CFDEA9712509}"/>
              </a:ext>
            </a:extLst>
          </p:cNvPr>
          <p:cNvGrpSpPr/>
          <p:nvPr/>
        </p:nvGrpSpPr>
        <p:grpSpPr>
          <a:xfrm rot="20007887">
            <a:off x="8168556" y="1536994"/>
            <a:ext cx="1800286" cy="1157998"/>
            <a:chOff x="-874101" y="937172"/>
            <a:chExt cx="8771038" cy="5641793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0A4E554-1DBF-458B-BAF8-82A6E345A730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DB69127-6BC0-494A-AE67-7631A4C3F4ED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A1044C57-2016-4163-998B-59F8DE6BFCD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CC86107-5A8B-4465-A100-E333208CB3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6E0676CB-7199-4464-9337-0EC4E7FF092A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8" name="Oval 6">
                  <a:extLst>
                    <a:ext uri="{FF2B5EF4-FFF2-40B4-BE49-F238E27FC236}">
                      <a16:creationId xmlns:a16="http://schemas.microsoft.com/office/drawing/2014/main" id="{04FD05BA-9BD6-432E-9EA9-72A93FFCA2A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0F9B136E-17E8-451B-B714-90B72672C12F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2C36D4F-B1ED-4DE3-A790-36DD2B4560DF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6" name="Oval 6">
                  <a:extLst>
                    <a:ext uri="{FF2B5EF4-FFF2-40B4-BE49-F238E27FC236}">
                      <a16:creationId xmlns:a16="http://schemas.microsoft.com/office/drawing/2014/main" id="{9E32C36E-F5A6-4366-B95A-73B7DB151C2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Rectangle 5">
                  <a:extLst>
                    <a:ext uri="{FF2B5EF4-FFF2-40B4-BE49-F238E27FC236}">
                      <a16:creationId xmlns:a16="http://schemas.microsoft.com/office/drawing/2014/main" id="{EA5BDF82-3AD0-493B-9416-8B7764D26A32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D21FAFB-02A1-431E-9939-D46E1C4191F1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5274E52-B5D1-48D0-8710-61ECF62F9E9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71D04D18-39A6-457C-8E78-4631770ECAE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993DD98-2E67-4A5B-83BF-67F372A84B0B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69" name="Rectangle 4">
                <a:extLst>
                  <a:ext uri="{FF2B5EF4-FFF2-40B4-BE49-F238E27FC236}">
                    <a16:creationId xmlns:a16="http://schemas.microsoft.com/office/drawing/2014/main" id="{D1848FD3-89CB-4E98-BE77-9E6311DD6E7A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75542330-1322-47AE-84CB-7C918B14BC6C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C11592A-9233-4D9D-BAAE-76953ADAB74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AA1D779-09AA-40AF-AFB9-9D1EE779279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128EA4A2-6188-49C0-BC73-F0F88F57751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E93D066A-F66F-4DEA-807E-C168A7A3963F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Arc 264">
                <a:extLst>
                  <a:ext uri="{FF2B5EF4-FFF2-40B4-BE49-F238E27FC236}">
                    <a16:creationId xmlns:a16="http://schemas.microsoft.com/office/drawing/2014/main" id="{3C029323-C88F-4E99-B94A-5096629F4D3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8E7825F-0CDB-4663-A3F0-FBA054E02B75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5D93C59B-A8A1-42C8-BA74-89734EE2BFC3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148BA26-F46C-40A3-9183-7BB61BFFA4BC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C8C8C71-7879-4667-B1D0-92F4BDCD3BF1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8689188E-BCBB-4ED7-9431-0D3D6E6A861E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Arc 257">
                <a:extLst>
                  <a:ext uri="{FF2B5EF4-FFF2-40B4-BE49-F238E27FC236}">
                    <a16:creationId xmlns:a16="http://schemas.microsoft.com/office/drawing/2014/main" id="{CEBC42DA-F35C-4180-A761-0F53CEC16ECC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29D617F4-E954-4C60-85AE-FD827D88B0D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4E07A-58DD-4336-A631-5E90244808A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2557285B-F821-4CE7-98D6-249D8BFA0219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D7CCAEC-7BA6-4CCA-AF37-23BC1C68D446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61A4E14-B563-447E-9B38-148FB3A6D808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424085ED-9F67-4AC4-9B96-2F4A910E317C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08F0821B-9F2C-44EC-B9A6-D8AF6BA8B8B9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410D48E-FDAB-46F1-8A50-B1BD071D84B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C3566A0-C7F7-496A-B540-23C0E6075A0B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63A94E0-9DA8-48B3-A9AA-F858D1805C8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21C7A14-FE0E-446C-9B35-0841B7B4B487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8DF1F0-8F2F-43E7-8551-C86404529D8F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55F536DD-4152-4AF3-A70A-6A99F7532412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312B220-6E03-4C91-8F5B-0DB80D3B5558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FF5F5B8-BC0F-42AD-BEFA-51B2F048D8F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FC429E6-6AFB-4CDD-8557-4A627426D5CA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A26EE82-454B-434E-A1F5-F793D5C248C4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563F1748-A299-4E29-8A96-656C72E565F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6E28A1D-BF29-4EC9-9E02-F6863386CD5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4A298B3-46D6-4EFE-8F14-E4A9C0DEBB56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8602F249-FBF5-4433-9F18-85E02DF49C64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67FD7CA-769D-47DB-8AF6-249F8B6B5E2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604B6C9-DE9B-4B7D-85FE-5E10BF5C6B1B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9206E924-E642-4B56-8575-B77FCCABEBC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A436D35E-A925-4D4A-905F-8061A5DB999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B12E6B5-7848-4C73-AC17-4E4F365FF0DD}"/>
              </a:ext>
            </a:extLst>
          </p:cNvPr>
          <p:cNvGrpSpPr/>
          <p:nvPr/>
        </p:nvGrpSpPr>
        <p:grpSpPr>
          <a:xfrm>
            <a:off x="155117" y="5381903"/>
            <a:ext cx="3437993" cy="2211420"/>
            <a:chOff x="-874101" y="937172"/>
            <a:chExt cx="8771038" cy="5641793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3143C65-D103-4342-8345-B78DF579FBA6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514AD2DC-C11C-4BC0-B61A-6EBCCD22D5E5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DA2EA2F3-B02D-457F-B3F4-C46A74D926B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A5ADA4-2808-4A6F-A408-FB4D6C8B90B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008490C-7D7E-47C1-92A7-4007625902B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31" name="Oval 6">
                  <a:extLst>
                    <a:ext uri="{FF2B5EF4-FFF2-40B4-BE49-F238E27FC236}">
                      <a16:creationId xmlns:a16="http://schemas.microsoft.com/office/drawing/2014/main" id="{97D46D4E-1F81-4487-88AD-A48DB8FD729F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" name="Rectangle 5">
                  <a:extLst>
                    <a:ext uri="{FF2B5EF4-FFF2-40B4-BE49-F238E27FC236}">
                      <a16:creationId xmlns:a16="http://schemas.microsoft.com/office/drawing/2014/main" id="{3CEF67A9-E3FB-4452-B543-5567D992BF3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C01C3ED5-BB55-4B40-8402-7B447BABC93C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29" name="Oval 6">
                  <a:extLst>
                    <a:ext uri="{FF2B5EF4-FFF2-40B4-BE49-F238E27FC236}">
                      <a16:creationId xmlns:a16="http://schemas.microsoft.com/office/drawing/2014/main" id="{5D361194-516E-4EB2-AC57-F6BA0256A2E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5">
                  <a:extLst>
                    <a:ext uri="{FF2B5EF4-FFF2-40B4-BE49-F238E27FC236}">
                      <a16:creationId xmlns:a16="http://schemas.microsoft.com/office/drawing/2014/main" id="{9D84EF14-8D9C-44F5-834D-27DD81C434E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2319C6F6-2EFF-4026-8A2E-56D278E37F36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755BF51D-0B53-46B5-813A-A04ECCFC824B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0B2700E4-24D1-4D38-BCA0-7C70CAEB607A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D939118B-FD81-4DEA-8E67-6F762D57EEF5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324739"/>
              <a:chOff x="4236985" y="1508541"/>
              <a:chExt cx="1813810" cy="4324739"/>
            </a:xfrm>
          </p:grpSpPr>
          <p:sp>
            <p:nvSpPr>
              <p:cNvPr id="322" name="Rectangle 4">
                <a:extLst>
                  <a:ext uri="{FF2B5EF4-FFF2-40B4-BE49-F238E27FC236}">
                    <a16:creationId xmlns:a16="http://schemas.microsoft.com/office/drawing/2014/main" id="{12EFCEE7-3918-48E0-8FF5-07BC2DF0448D}"/>
                  </a:ext>
                </a:extLst>
              </p:cNvPr>
              <p:cNvSpPr/>
              <p:nvPr/>
            </p:nvSpPr>
            <p:spPr>
              <a:xfrm rot="298876">
                <a:off x="4561504" y="2785278"/>
                <a:ext cx="1373178" cy="3048002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B52A55D3-147E-460F-8DB5-F88B3C304F39}"/>
                  </a:ext>
                </a:extLst>
              </p:cNvPr>
              <p:cNvSpPr/>
              <p:nvPr/>
            </p:nvSpPr>
            <p:spPr>
              <a:xfrm>
                <a:off x="4570974" y="2874460"/>
                <a:ext cx="1244237" cy="880606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312A1B35-4C04-4080-A296-16099CF6E8DF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508CEF0D-23F7-4CE0-BADC-126FDF499486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564AC970-41C0-4C18-8CC3-163FCAEB3FB3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C6646ED0-1147-43AE-9A1A-E8F89E780B86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Arc 317">
                <a:extLst>
                  <a:ext uri="{FF2B5EF4-FFF2-40B4-BE49-F238E27FC236}">
                    <a16:creationId xmlns:a16="http://schemas.microsoft.com/office/drawing/2014/main" id="{215BD792-AB11-498B-9F04-FD3D31791271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609A33EE-3240-47C6-A4F0-3E886693710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7209D923-E949-46C4-AC7C-4AFF3F618A70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0A1B5CED-6279-49A6-9368-11096255F092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48C91C32-32E3-4BC2-9F9D-7FD8F0270DAD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310" name="Arc 309">
                <a:extLst>
                  <a:ext uri="{FF2B5EF4-FFF2-40B4-BE49-F238E27FC236}">
                    <a16:creationId xmlns:a16="http://schemas.microsoft.com/office/drawing/2014/main" id="{675C83B5-7C97-4F67-A6B9-F94D7D7C1F75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Arc 310">
                <a:extLst>
                  <a:ext uri="{FF2B5EF4-FFF2-40B4-BE49-F238E27FC236}">
                    <a16:creationId xmlns:a16="http://schemas.microsoft.com/office/drawing/2014/main" id="{97520538-4541-439C-BA13-93C55B926E11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Arc 311">
                <a:extLst>
                  <a:ext uri="{FF2B5EF4-FFF2-40B4-BE49-F238E27FC236}">
                    <a16:creationId xmlns:a16="http://schemas.microsoft.com/office/drawing/2014/main" id="{8ACC1267-CCF3-490F-B601-FF4300DCFC39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E0E7E93A-6620-4725-B9FE-3E861A9247A3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96DB583-26CC-4F34-9810-C6FDFC7B939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BD868D58-5780-4E73-9DEE-2634B5EB5290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C35F9B7C-25C9-47F4-8FD2-C3A392C4B8FF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Arc 289">
              <a:extLst>
                <a:ext uri="{FF2B5EF4-FFF2-40B4-BE49-F238E27FC236}">
                  <a16:creationId xmlns:a16="http://schemas.microsoft.com/office/drawing/2014/main" id="{E3FC903A-95FB-4790-8CEE-CA796DA61656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Arc 290">
              <a:extLst>
                <a:ext uri="{FF2B5EF4-FFF2-40B4-BE49-F238E27FC236}">
                  <a16:creationId xmlns:a16="http://schemas.microsoft.com/office/drawing/2014/main" id="{197AEF18-F9C0-4ED3-A519-40DCDB925333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492D663-5E83-4160-B312-4788F8ECDB7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CFC1197F-62F2-4AE2-BB78-61928B7C9D16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1303E3C6-5E49-485F-A150-9C807370286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CEDE86E-931B-4E0B-B2C2-569E7A4EB272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B63F209-8130-429C-80AA-F0B31AADFDC3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F9ABD871-FA39-4BF8-8C3B-CBD882C4797B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DBCC75B3-0320-44BF-9D9A-6F0AC71D7590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A2579747-3E1C-415F-B85D-EA89E347BC2E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49315355-1E3B-4424-8321-77FB76797C46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1D09798C-6338-4155-84C3-0F18FF2C5E58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B56F6A5E-225D-433F-B2C4-5F8418A6AB7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192A9332-714A-41D8-A927-6073281E34A1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FC78E74F-CED8-4BA0-A717-5BBEFA3D270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EBF561F-3424-4324-8175-E26D15CEF8D1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A0A8599-77F3-4FF2-B050-D015DB2A04EF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9D4B657-BE41-461C-92B1-910DFFEE6F0D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F33BAA07-C59B-4062-9E97-461E000C99A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Isosceles Triangle 297">
                <a:extLst>
                  <a:ext uri="{FF2B5EF4-FFF2-40B4-BE49-F238E27FC236}">
                    <a16:creationId xmlns:a16="http://schemas.microsoft.com/office/drawing/2014/main" id="{0A48DD24-6039-4954-A813-2D9FDA89C6B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5" name="Picture 334">
            <a:extLst>
              <a:ext uri="{FF2B5EF4-FFF2-40B4-BE49-F238E27FC236}">
                <a16:creationId xmlns:a16="http://schemas.microsoft.com/office/drawing/2014/main" id="{317B6094-EA99-4BE9-AE21-6F030077B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72" y="519606"/>
            <a:ext cx="1145206" cy="676242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6F2A7DF-B602-4C66-853C-FB1B53CA2A4D}"/>
              </a:ext>
            </a:extLst>
          </p:cNvPr>
          <p:cNvSpPr txBox="1"/>
          <p:nvPr/>
        </p:nvSpPr>
        <p:spPr>
          <a:xfrm>
            <a:off x="3681478" y="1099718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8A486B-189A-41B5-9580-55081FBE5EA7}"/>
              </a:ext>
            </a:extLst>
          </p:cNvPr>
          <p:cNvSpPr txBox="1"/>
          <p:nvPr/>
        </p:nvSpPr>
        <p:spPr>
          <a:xfrm>
            <a:off x="390173" y="5682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DF22891-0A7E-4CC8-B55D-2351E2A5EEAF}"/>
              </a:ext>
            </a:extLst>
          </p:cNvPr>
          <p:cNvSpPr txBox="1"/>
          <p:nvPr/>
        </p:nvSpPr>
        <p:spPr>
          <a:xfrm rot="1178146">
            <a:off x="115116" y="1694863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A1C8F7-723F-4A76-9467-7A95128EBDF8}"/>
              </a:ext>
            </a:extLst>
          </p:cNvPr>
          <p:cNvSpPr txBox="1"/>
          <p:nvPr/>
        </p:nvSpPr>
        <p:spPr>
          <a:xfrm rot="19901268">
            <a:off x="8150925" y="1746322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2603366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" y="1605217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 Black" panose="020B0A04020102020204" pitchFamily="34" charset="0"/>
              </a:rPr>
              <a:t>Cut the Cards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E64A11-E0F0-4604-946A-E9FB00E84C7D}"/>
              </a:ext>
            </a:extLst>
          </p:cNvPr>
          <p:cNvGrpSpPr/>
          <p:nvPr/>
        </p:nvGrpSpPr>
        <p:grpSpPr>
          <a:xfrm>
            <a:off x="181595" y="3886200"/>
            <a:ext cx="9570912" cy="1123165"/>
            <a:chOff x="1766843" y="3848256"/>
            <a:chExt cx="9008108" cy="10571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5C42736-539C-496F-A98E-CFCA17B26654}"/>
                </a:ext>
              </a:extLst>
            </p:cNvPr>
            <p:cNvSpPr/>
            <p:nvPr/>
          </p:nvSpPr>
          <p:spPr>
            <a:xfrm>
              <a:off x="1766843" y="3848256"/>
              <a:ext cx="1019175" cy="1019175"/>
            </a:xfrm>
            <a:prstGeom prst="ellipse">
              <a:avLst/>
            </a:prstGeom>
            <a:solidFill>
              <a:srgbClr val="F6EFB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70C7A1-D4D7-43A3-B27E-654E1D8135A0}"/>
                </a:ext>
              </a:extLst>
            </p:cNvPr>
            <p:cNvSpPr/>
            <p:nvPr/>
          </p:nvSpPr>
          <p:spPr>
            <a:xfrm>
              <a:off x="3456016" y="3864720"/>
              <a:ext cx="1019176" cy="1019176"/>
            </a:xfrm>
            <a:prstGeom prst="rect">
              <a:avLst/>
            </a:prstGeom>
            <a:solidFill>
              <a:srgbClr val="5C87D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510A81-A05C-41F1-8ED0-8472E366DA79}"/>
                </a:ext>
              </a:extLst>
            </p:cNvPr>
            <p:cNvSpPr/>
            <p:nvPr/>
          </p:nvSpPr>
          <p:spPr>
            <a:xfrm>
              <a:off x="5449990" y="3848256"/>
              <a:ext cx="1552576" cy="1019176"/>
            </a:xfrm>
            <a:prstGeom prst="rect">
              <a:avLst/>
            </a:prstGeom>
            <a:solidFill>
              <a:srgbClr val="EF7E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E606BA-2DBA-46C0-B334-BA44F23867FA}"/>
                </a:ext>
              </a:extLst>
            </p:cNvPr>
            <p:cNvSpPr/>
            <p:nvPr/>
          </p:nvSpPr>
          <p:spPr>
            <a:xfrm>
              <a:off x="7977364" y="3886200"/>
              <a:ext cx="885826" cy="1019175"/>
            </a:xfrm>
            <a:prstGeom prst="ellipse">
              <a:avLst/>
            </a:prstGeom>
            <a:solidFill>
              <a:srgbClr val="7EAD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D528D3E-25D9-46ED-A265-88669F2D3792}"/>
                </a:ext>
              </a:extLst>
            </p:cNvPr>
            <p:cNvSpPr/>
            <p:nvPr/>
          </p:nvSpPr>
          <p:spPr>
            <a:xfrm>
              <a:off x="9636723" y="3886199"/>
              <a:ext cx="1138228" cy="981232"/>
            </a:xfrm>
            <a:prstGeom prst="triangle">
              <a:avLst/>
            </a:prstGeom>
            <a:solidFill>
              <a:srgbClr val="DF7D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AFB489E-FD79-4ABE-9B99-57D44966ACD2}"/>
              </a:ext>
            </a:extLst>
          </p:cNvPr>
          <p:cNvGrpSpPr/>
          <p:nvPr/>
        </p:nvGrpSpPr>
        <p:grpSpPr>
          <a:xfrm rot="1285287">
            <a:off x="77803" y="1567719"/>
            <a:ext cx="1800286" cy="1157998"/>
            <a:chOff x="-874101" y="937172"/>
            <a:chExt cx="8771038" cy="564179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5246B50-8E74-45D0-8317-EA75165BBF5F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8F6DC3-1EFB-4F9B-ADF9-4B95C864D11A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FB521-6399-48DA-9A26-613FAB46127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E300182-8090-4221-87A5-AB4BED69689E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B45B8C9-48E0-4FDF-ABD2-CE916A3E5BC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4" name="Oval 6">
                  <a:extLst>
                    <a:ext uri="{FF2B5EF4-FFF2-40B4-BE49-F238E27FC236}">
                      <a16:creationId xmlns:a16="http://schemas.microsoft.com/office/drawing/2014/main" id="{E40B400B-29B3-40AC-B334-9BE6B3D8E8E1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 5">
                  <a:extLst>
                    <a:ext uri="{FF2B5EF4-FFF2-40B4-BE49-F238E27FC236}">
                      <a16:creationId xmlns:a16="http://schemas.microsoft.com/office/drawing/2014/main" id="{DDC71EEF-53D1-48BE-A8C5-331EB2B8C48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C8B4D8C0-E5B9-4775-8164-01B38993D220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2" name="Oval 6">
                  <a:extLst>
                    <a:ext uri="{FF2B5EF4-FFF2-40B4-BE49-F238E27FC236}">
                      <a16:creationId xmlns:a16="http://schemas.microsoft.com/office/drawing/2014/main" id="{CF28A2C0-174A-4B29-930D-40AFFD32AC9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5">
                  <a:extLst>
                    <a:ext uri="{FF2B5EF4-FFF2-40B4-BE49-F238E27FC236}">
                      <a16:creationId xmlns:a16="http://schemas.microsoft.com/office/drawing/2014/main" id="{5DB53594-55F1-4924-B17C-1917A1556CB6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A04509C-2DAF-4C9E-B9BF-FA623BACFAA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901BC9B-0813-438B-BCB2-EFF6BEEA9D2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A219264-FA59-4D89-B547-13C49A8B0F67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E058C06-DA45-42E1-95C8-B67B26F8774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15" name="Rectangle 4">
                <a:extLst>
                  <a:ext uri="{FF2B5EF4-FFF2-40B4-BE49-F238E27FC236}">
                    <a16:creationId xmlns:a16="http://schemas.microsoft.com/office/drawing/2014/main" id="{FA730089-69BE-4F69-AD56-54D80833BE61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6330EE-67C7-4AEB-8393-BB5B37A91268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3E229A82-8D82-47B3-9A52-1275B36BE775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BD8FA68-FFD2-47B1-8832-D41F58932513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E3DA4293-9071-460B-8F37-8689948D910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Arc 209">
                <a:extLst>
                  <a:ext uri="{FF2B5EF4-FFF2-40B4-BE49-F238E27FC236}">
                    <a16:creationId xmlns:a16="http://schemas.microsoft.com/office/drawing/2014/main" id="{37F9CC77-7411-4BBA-94CE-CE08C4877197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B6A3AA4-A404-43A0-8D17-CACD16C33E7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10C118F-E4D1-4272-A430-E5B48923B16F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ADE75EB-9077-40C6-823F-4102C92A1F5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2181191-4154-4FBD-8AAB-C36A20A859E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978C96-93E5-4E06-8FC4-FAAEBC60A744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3FA93E69-3608-4D50-98AE-0DCF78E7EDE4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Arc 203">
                <a:extLst>
                  <a:ext uri="{FF2B5EF4-FFF2-40B4-BE49-F238E27FC236}">
                    <a16:creationId xmlns:a16="http://schemas.microsoft.com/office/drawing/2014/main" id="{9485FB1E-B48A-4D16-9B29-987641A9884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304B21E8-027D-4D44-8478-6C00EF574C54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86AC3E-F59A-4012-8BF5-28F90E76628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CEF6CBC-A55F-45D2-90F1-A15A1EE5DCE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A998344-8279-4FB3-BA1B-209BE3C5D76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B0CC050-3F43-4C4E-8036-95BFA4782D85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DF6A192B-EC9C-4859-8E61-61EDF4CC21E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66716502-F1E6-421D-97FD-83B0EEC7EAB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F005F518-F364-4271-9013-D55E2EDF734B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664CCC0-E41E-4A86-AA9A-CFB07E14102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2F06102-FEB3-4E2A-ABF6-CD884D94782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E62DD42-D6A2-4E28-8FD7-CBFD2D37A01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7A4F623-F1AF-4964-AF1F-A4D5E827AA3E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E560A18-F352-4810-9E8C-76B071C6267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B126551-19EC-4083-A789-DAC0416DC03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4639946E-0E7F-4914-A754-7AB6BB4ADAF9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829A9-7577-4056-B867-8FCC170E196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A3DC5DE3-8C64-4F19-AB84-6D15E92D7E8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DF850CE-0148-4721-9F59-C8362B428944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119FC39-E350-4B71-B740-E0522ABAED16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3A229AD-A7FA-4C2E-8909-6000D989287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EB1AB9C2-BE11-4A1C-8A5B-EAD736CDEEE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27D58366-9BB4-4536-A179-19A76E0BB660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24B4D63-C5ED-4721-8FB2-5C04029AEFF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1599712-4C75-4F59-9576-128D1C50FEB3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FD7AB541-30E0-4E2F-87C5-6AB15B4F75BD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490A4E6-378B-4BBC-8D91-CFDEA9712509}"/>
              </a:ext>
            </a:extLst>
          </p:cNvPr>
          <p:cNvGrpSpPr/>
          <p:nvPr/>
        </p:nvGrpSpPr>
        <p:grpSpPr>
          <a:xfrm rot="20007887">
            <a:off x="8168556" y="1536994"/>
            <a:ext cx="1800286" cy="1157998"/>
            <a:chOff x="-874101" y="937172"/>
            <a:chExt cx="8771038" cy="5641793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0A4E554-1DBF-458B-BAF8-82A6E345A730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DB69127-6BC0-494A-AE67-7631A4C3F4ED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A1044C57-2016-4163-998B-59F8DE6BFCD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CC86107-5A8B-4465-A100-E333208CB3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6E0676CB-7199-4464-9337-0EC4E7FF092A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8" name="Oval 6">
                  <a:extLst>
                    <a:ext uri="{FF2B5EF4-FFF2-40B4-BE49-F238E27FC236}">
                      <a16:creationId xmlns:a16="http://schemas.microsoft.com/office/drawing/2014/main" id="{04FD05BA-9BD6-432E-9EA9-72A93FFCA2A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0F9B136E-17E8-451B-B714-90B72672C12F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2C36D4F-B1ED-4DE3-A790-36DD2B4560DF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6" name="Oval 6">
                  <a:extLst>
                    <a:ext uri="{FF2B5EF4-FFF2-40B4-BE49-F238E27FC236}">
                      <a16:creationId xmlns:a16="http://schemas.microsoft.com/office/drawing/2014/main" id="{9E32C36E-F5A6-4366-B95A-73B7DB151C2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Rectangle 5">
                  <a:extLst>
                    <a:ext uri="{FF2B5EF4-FFF2-40B4-BE49-F238E27FC236}">
                      <a16:creationId xmlns:a16="http://schemas.microsoft.com/office/drawing/2014/main" id="{EA5BDF82-3AD0-493B-9416-8B7764D26A32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D21FAFB-02A1-431E-9939-D46E1C4191F1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5274E52-B5D1-48D0-8710-61ECF62F9E9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71D04D18-39A6-457C-8E78-4631770ECAE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993DD98-2E67-4A5B-83BF-67F372A84B0B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69" name="Rectangle 4">
                <a:extLst>
                  <a:ext uri="{FF2B5EF4-FFF2-40B4-BE49-F238E27FC236}">
                    <a16:creationId xmlns:a16="http://schemas.microsoft.com/office/drawing/2014/main" id="{D1848FD3-89CB-4E98-BE77-9E6311DD6E7A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75542330-1322-47AE-84CB-7C918B14BC6C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C11592A-9233-4D9D-BAAE-76953ADAB74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AA1D779-09AA-40AF-AFB9-9D1EE779279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128EA4A2-6188-49C0-BC73-F0F88F57751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E93D066A-F66F-4DEA-807E-C168A7A3963F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Arc 264">
                <a:extLst>
                  <a:ext uri="{FF2B5EF4-FFF2-40B4-BE49-F238E27FC236}">
                    <a16:creationId xmlns:a16="http://schemas.microsoft.com/office/drawing/2014/main" id="{3C029323-C88F-4E99-B94A-5096629F4D3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8E7825F-0CDB-4663-A3F0-FBA054E02B75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5D93C59B-A8A1-42C8-BA74-89734EE2BFC3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148BA26-F46C-40A3-9183-7BB61BFFA4BC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C8C8C71-7879-4667-B1D0-92F4BDCD3BF1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8689188E-BCBB-4ED7-9431-0D3D6E6A861E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Arc 257">
                <a:extLst>
                  <a:ext uri="{FF2B5EF4-FFF2-40B4-BE49-F238E27FC236}">
                    <a16:creationId xmlns:a16="http://schemas.microsoft.com/office/drawing/2014/main" id="{CEBC42DA-F35C-4180-A761-0F53CEC16ECC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29D617F4-E954-4C60-85AE-FD827D88B0D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4E07A-58DD-4336-A631-5E90244808A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2557285B-F821-4CE7-98D6-249D8BFA0219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D7CCAEC-7BA6-4CCA-AF37-23BC1C68D446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61A4E14-B563-447E-9B38-148FB3A6D808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424085ED-9F67-4AC4-9B96-2F4A910E317C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08F0821B-9F2C-44EC-B9A6-D8AF6BA8B8B9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410D48E-FDAB-46F1-8A50-B1BD071D84B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C3566A0-C7F7-496A-B540-23C0E6075A0B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63A94E0-9DA8-48B3-A9AA-F858D1805C8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21C7A14-FE0E-446C-9B35-0841B7B4B487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8DF1F0-8F2F-43E7-8551-C86404529D8F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55F536DD-4152-4AF3-A70A-6A99F7532412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312B220-6E03-4C91-8F5B-0DB80D3B5558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FF5F5B8-BC0F-42AD-BEFA-51B2F048D8F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FC429E6-6AFB-4CDD-8557-4A627426D5CA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A26EE82-454B-434E-A1F5-F793D5C248C4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563F1748-A299-4E29-8A96-656C72E565F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6E28A1D-BF29-4EC9-9E02-F6863386CD5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4A298B3-46D6-4EFE-8F14-E4A9C0DEBB56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8602F249-FBF5-4433-9F18-85E02DF49C64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67FD7CA-769D-47DB-8AF6-249F8B6B5E2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604B6C9-DE9B-4B7D-85FE-5E10BF5C6B1B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9206E924-E642-4B56-8575-B77FCCABEBC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A436D35E-A925-4D4A-905F-8061A5DB999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5" name="Picture 334">
            <a:extLst>
              <a:ext uri="{FF2B5EF4-FFF2-40B4-BE49-F238E27FC236}">
                <a16:creationId xmlns:a16="http://schemas.microsoft.com/office/drawing/2014/main" id="{317B6094-EA99-4BE9-AE21-6F030077B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72" y="519606"/>
            <a:ext cx="1145206" cy="676242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6F2A7DF-B602-4C66-853C-FB1B53CA2A4D}"/>
              </a:ext>
            </a:extLst>
          </p:cNvPr>
          <p:cNvSpPr txBox="1"/>
          <p:nvPr/>
        </p:nvSpPr>
        <p:spPr>
          <a:xfrm>
            <a:off x="3681478" y="1099718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DF22891-0A7E-4CC8-B55D-2351E2A5EEAF}"/>
              </a:ext>
            </a:extLst>
          </p:cNvPr>
          <p:cNvSpPr txBox="1"/>
          <p:nvPr/>
        </p:nvSpPr>
        <p:spPr>
          <a:xfrm rot="1178146">
            <a:off x="115116" y="1694863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A1C8F7-723F-4A76-9467-7A95128EBDF8}"/>
              </a:ext>
            </a:extLst>
          </p:cNvPr>
          <p:cNvSpPr txBox="1"/>
          <p:nvPr/>
        </p:nvSpPr>
        <p:spPr>
          <a:xfrm rot="19901268">
            <a:off x="8150925" y="1746322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5408629-BD1E-4ABE-9210-951FB374372C}"/>
              </a:ext>
            </a:extLst>
          </p:cNvPr>
          <p:cNvGrpSpPr/>
          <p:nvPr/>
        </p:nvGrpSpPr>
        <p:grpSpPr>
          <a:xfrm>
            <a:off x="181595" y="5735578"/>
            <a:ext cx="9570912" cy="1123165"/>
            <a:chOff x="1766843" y="3848256"/>
            <a:chExt cx="9008108" cy="1057119"/>
          </a:xfrm>
        </p:grpSpPr>
        <p:sp>
          <p:nvSpPr>
            <p:cNvPr id="338" name="Equals 337">
              <a:extLst>
                <a:ext uri="{FF2B5EF4-FFF2-40B4-BE49-F238E27FC236}">
                  <a16:creationId xmlns:a16="http://schemas.microsoft.com/office/drawing/2014/main" id="{819C433B-F5F3-4D69-859F-3D37FA7F9745}"/>
                </a:ext>
              </a:extLst>
            </p:cNvPr>
            <p:cNvSpPr/>
            <p:nvPr/>
          </p:nvSpPr>
          <p:spPr>
            <a:xfrm>
              <a:off x="1766843" y="3848256"/>
              <a:ext cx="1019175" cy="1019175"/>
            </a:xfrm>
            <a:prstGeom prst="mathEqual">
              <a:avLst/>
            </a:prstGeom>
            <a:solidFill>
              <a:srgbClr val="F6EFB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341" name="Plus Sign 340">
              <a:extLst>
                <a:ext uri="{FF2B5EF4-FFF2-40B4-BE49-F238E27FC236}">
                  <a16:creationId xmlns:a16="http://schemas.microsoft.com/office/drawing/2014/main" id="{5043478E-DBE3-4C7C-A1CB-5DE740AAA58D}"/>
                </a:ext>
              </a:extLst>
            </p:cNvPr>
            <p:cNvSpPr/>
            <p:nvPr/>
          </p:nvSpPr>
          <p:spPr>
            <a:xfrm>
              <a:off x="3456016" y="3864720"/>
              <a:ext cx="1019176" cy="1019176"/>
            </a:xfrm>
            <a:prstGeom prst="mathPlus">
              <a:avLst/>
            </a:prstGeom>
            <a:solidFill>
              <a:srgbClr val="5C87D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342" name="Minus Sign 341">
              <a:extLst>
                <a:ext uri="{FF2B5EF4-FFF2-40B4-BE49-F238E27FC236}">
                  <a16:creationId xmlns:a16="http://schemas.microsoft.com/office/drawing/2014/main" id="{4DE7F613-B51F-4132-AB68-B52B3DABC346}"/>
                </a:ext>
              </a:extLst>
            </p:cNvPr>
            <p:cNvSpPr/>
            <p:nvPr/>
          </p:nvSpPr>
          <p:spPr>
            <a:xfrm>
              <a:off x="5449990" y="3848256"/>
              <a:ext cx="1552576" cy="1019176"/>
            </a:xfrm>
            <a:prstGeom prst="mathMinus">
              <a:avLst/>
            </a:prstGeom>
            <a:solidFill>
              <a:srgbClr val="EF7E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343" name="Multiplication Sign 342">
              <a:extLst>
                <a:ext uri="{FF2B5EF4-FFF2-40B4-BE49-F238E27FC236}">
                  <a16:creationId xmlns:a16="http://schemas.microsoft.com/office/drawing/2014/main" id="{5F8FDCDA-8CA7-438F-BC9E-EC0DA2AABBB5}"/>
                </a:ext>
              </a:extLst>
            </p:cNvPr>
            <p:cNvSpPr/>
            <p:nvPr/>
          </p:nvSpPr>
          <p:spPr>
            <a:xfrm>
              <a:off x="7977364" y="3886200"/>
              <a:ext cx="885826" cy="1019175"/>
            </a:xfrm>
            <a:prstGeom prst="mathMultiply">
              <a:avLst/>
            </a:prstGeom>
            <a:solidFill>
              <a:srgbClr val="7EAD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  <p:sp>
          <p:nvSpPr>
            <p:cNvPr id="344" name="Division Sign 343">
              <a:extLst>
                <a:ext uri="{FF2B5EF4-FFF2-40B4-BE49-F238E27FC236}">
                  <a16:creationId xmlns:a16="http://schemas.microsoft.com/office/drawing/2014/main" id="{941198AA-2C85-47EB-9331-B0257F97C0D9}"/>
                </a:ext>
              </a:extLst>
            </p:cNvPr>
            <p:cNvSpPr/>
            <p:nvPr/>
          </p:nvSpPr>
          <p:spPr>
            <a:xfrm>
              <a:off x="9636723" y="3886199"/>
              <a:ext cx="1138228" cy="981232"/>
            </a:xfrm>
            <a:prstGeom prst="mathDivide">
              <a:avLst/>
            </a:prstGeom>
            <a:solidFill>
              <a:srgbClr val="DF7D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45" name="TextBox 344">
            <a:extLst>
              <a:ext uri="{FF2B5EF4-FFF2-40B4-BE49-F238E27FC236}">
                <a16:creationId xmlns:a16="http://schemas.microsoft.com/office/drawing/2014/main" id="{BB540ADC-103C-4ADE-9A7A-F57DF390C98D}"/>
              </a:ext>
            </a:extLst>
          </p:cNvPr>
          <p:cNvSpPr txBox="1"/>
          <p:nvPr/>
        </p:nvSpPr>
        <p:spPr>
          <a:xfrm>
            <a:off x="390173" y="5682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79B511A-27EC-4CA1-8D0A-45D8240B4EF4}"/>
              </a:ext>
            </a:extLst>
          </p:cNvPr>
          <p:cNvSpPr txBox="1"/>
          <p:nvPr/>
        </p:nvSpPr>
        <p:spPr>
          <a:xfrm>
            <a:off x="6154427" y="573188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728757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" y="1605217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 Black" panose="020B0A04020102020204" pitchFamily="34" charset="0"/>
              </a:rPr>
              <a:t>Let’s Add Up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EE9187-8B61-47BB-9E0E-27668BE49DB6}"/>
              </a:ext>
            </a:extLst>
          </p:cNvPr>
          <p:cNvSpPr/>
          <p:nvPr/>
        </p:nvSpPr>
        <p:spPr>
          <a:xfrm>
            <a:off x="3184036" y="5453512"/>
            <a:ext cx="3222844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Name: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7F71FD-63FE-4398-9160-4019593C60F9}"/>
              </a:ext>
            </a:extLst>
          </p:cNvPr>
          <p:cNvSpPr/>
          <p:nvPr/>
        </p:nvSpPr>
        <p:spPr>
          <a:xfrm flipH="1">
            <a:off x="3681478" y="6457213"/>
            <a:ext cx="6757921" cy="835258"/>
          </a:xfrm>
          <a:custGeom>
            <a:avLst/>
            <a:gdLst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91440 w 6346503"/>
              <a:gd name="connsiteY4" fmla="*/ 9144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6346503 w 6437943"/>
              <a:gd name="connsiteY0" fmla="*/ 835258 h 926698"/>
              <a:gd name="connsiteX1" fmla="*/ 0 w 6437943"/>
              <a:gd name="connsiteY1" fmla="*/ 835258 h 926698"/>
              <a:gd name="connsiteX2" fmla="*/ 0 w 6437943"/>
              <a:gd name="connsiteY2" fmla="*/ 0 h 926698"/>
              <a:gd name="connsiteX3" fmla="*/ 6346503 w 6437943"/>
              <a:gd name="connsiteY3" fmla="*/ 0 h 926698"/>
              <a:gd name="connsiteX4" fmla="*/ 6437943 w 6437943"/>
              <a:gd name="connsiteY4" fmla="*/ 926698 h 92669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6503" h="835258">
                <a:moveTo>
                  <a:pt x="6346503" y="835258"/>
                </a:moveTo>
                <a:lnTo>
                  <a:pt x="0" y="835258"/>
                </a:lnTo>
                <a:lnTo>
                  <a:pt x="0" y="0"/>
                </a:lnTo>
                <a:lnTo>
                  <a:pt x="6346503" y="0"/>
                </a:lnTo>
              </a:path>
            </a:pathLst>
          </a:custGeom>
          <a:noFill/>
          <a:ln w="38100">
            <a:solidFill>
              <a:srgbClr val="EF7E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AFB489E-FD79-4ABE-9B99-57D44966ACD2}"/>
              </a:ext>
            </a:extLst>
          </p:cNvPr>
          <p:cNvGrpSpPr/>
          <p:nvPr/>
        </p:nvGrpSpPr>
        <p:grpSpPr>
          <a:xfrm rot="1285287">
            <a:off x="77803" y="1567719"/>
            <a:ext cx="1800286" cy="1157998"/>
            <a:chOff x="-874101" y="937172"/>
            <a:chExt cx="8771038" cy="564179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5246B50-8E74-45D0-8317-EA75165BBF5F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8F6DC3-1EFB-4F9B-ADF9-4B95C864D11A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FB521-6399-48DA-9A26-613FAB46127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E300182-8090-4221-87A5-AB4BED69689E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B45B8C9-48E0-4FDF-ABD2-CE916A3E5BC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4" name="Oval 6">
                  <a:extLst>
                    <a:ext uri="{FF2B5EF4-FFF2-40B4-BE49-F238E27FC236}">
                      <a16:creationId xmlns:a16="http://schemas.microsoft.com/office/drawing/2014/main" id="{E40B400B-29B3-40AC-B334-9BE6B3D8E8E1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 5">
                  <a:extLst>
                    <a:ext uri="{FF2B5EF4-FFF2-40B4-BE49-F238E27FC236}">
                      <a16:creationId xmlns:a16="http://schemas.microsoft.com/office/drawing/2014/main" id="{DDC71EEF-53D1-48BE-A8C5-331EB2B8C48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C8B4D8C0-E5B9-4775-8164-01B38993D220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2" name="Oval 6">
                  <a:extLst>
                    <a:ext uri="{FF2B5EF4-FFF2-40B4-BE49-F238E27FC236}">
                      <a16:creationId xmlns:a16="http://schemas.microsoft.com/office/drawing/2014/main" id="{CF28A2C0-174A-4B29-930D-40AFFD32AC9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5">
                  <a:extLst>
                    <a:ext uri="{FF2B5EF4-FFF2-40B4-BE49-F238E27FC236}">
                      <a16:creationId xmlns:a16="http://schemas.microsoft.com/office/drawing/2014/main" id="{5DB53594-55F1-4924-B17C-1917A1556CB6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A04509C-2DAF-4C9E-B9BF-FA623BACFAA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901BC9B-0813-438B-BCB2-EFF6BEEA9D2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A219264-FA59-4D89-B547-13C49A8B0F67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E058C06-DA45-42E1-95C8-B67B26F8774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15" name="Rectangle 4">
                <a:extLst>
                  <a:ext uri="{FF2B5EF4-FFF2-40B4-BE49-F238E27FC236}">
                    <a16:creationId xmlns:a16="http://schemas.microsoft.com/office/drawing/2014/main" id="{FA730089-69BE-4F69-AD56-54D80833BE61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6330EE-67C7-4AEB-8393-BB5B37A91268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3E229A82-8D82-47B3-9A52-1275B36BE775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BD8FA68-FFD2-47B1-8832-D41F58932513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E3DA4293-9071-460B-8F37-8689948D910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Arc 209">
                <a:extLst>
                  <a:ext uri="{FF2B5EF4-FFF2-40B4-BE49-F238E27FC236}">
                    <a16:creationId xmlns:a16="http://schemas.microsoft.com/office/drawing/2014/main" id="{37F9CC77-7411-4BBA-94CE-CE08C4877197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B6A3AA4-A404-43A0-8D17-CACD16C33E7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10C118F-E4D1-4272-A430-E5B48923B16F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ADE75EB-9077-40C6-823F-4102C92A1F5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2181191-4154-4FBD-8AAB-C36A20A859E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978C96-93E5-4E06-8FC4-FAAEBC60A744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3FA93E69-3608-4D50-98AE-0DCF78E7EDE4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Arc 203">
                <a:extLst>
                  <a:ext uri="{FF2B5EF4-FFF2-40B4-BE49-F238E27FC236}">
                    <a16:creationId xmlns:a16="http://schemas.microsoft.com/office/drawing/2014/main" id="{9485FB1E-B48A-4D16-9B29-987641A9884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304B21E8-027D-4D44-8478-6C00EF574C54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86AC3E-F59A-4012-8BF5-28F90E76628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CEF6CBC-A55F-45D2-90F1-A15A1EE5DCE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A998344-8279-4FB3-BA1B-209BE3C5D76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B0CC050-3F43-4C4E-8036-95BFA4782D85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DF6A192B-EC9C-4859-8E61-61EDF4CC21E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66716502-F1E6-421D-97FD-83B0EEC7EAB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F005F518-F364-4271-9013-D55E2EDF734B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664CCC0-E41E-4A86-AA9A-CFB07E14102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2F06102-FEB3-4E2A-ABF6-CD884D94782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E62DD42-D6A2-4E28-8FD7-CBFD2D37A01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7A4F623-F1AF-4964-AF1F-A4D5E827AA3E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E560A18-F352-4810-9E8C-76B071C6267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B126551-19EC-4083-A789-DAC0416DC03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4639946E-0E7F-4914-A754-7AB6BB4ADAF9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829A9-7577-4056-B867-8FCC170E196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A3DC5DE3-8C64-4F19-AB84-6D15E92D7E8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DF850CE-0148-4721-9F59-C8362B428944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119FC39-E350-4B71-B740-E0522ABAED16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3A229AD-A7FA-4C2E-8909-6000D989287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EB1AB9C2-BE11-4A1C-8A5B-EAD736CDEEE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27D58366-9BB4-4536-A179-19A76E0BB660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24B4D63-C5ED-4721-8FB2-5C04029AEFF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1599712-4C75-4F59-9576-128D1C50FEB3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FD7AB541-30E0-4E2F-87C5-6AB15B4F75BD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490A4E6-378B-4BBC-8D91-CFDEA9712509}"/>
              </a:ext>
            </a:extLst>
          </p:cNvPr>
          <p:cNvGrpSpPr/>
          <p:nvPr/>
        </p:nvGrpSpPr>
        <p:grpSpPr>
          <a:xfrm rot="20007887">
            <a:off x="8168556" y="1536994"/>
            <a:ext cx="1800286" cy="1157998"/>
            <a:chOff x="-874101" y="937172"/>
            <a:chExt cx="8771038" cy="5641793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0A4E554-1DBF-458B-BAF8-82A6E345A730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DB69127-6BC0-494A-AE67-7631A4C3F4ED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A1044C57-2016-4163-998B-59F8DE6BFCD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CC86107-5A8B-4465-A100-E333208CB3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6E0676CB-7199-4464-9337-0EC4E7FF092A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8" name="Oval 6">
                  <a:extLst>
                    <a:ext uri="{FF2B5EF4-FFF2-40B4-BE49-F238E27FC236}">
                      <a16:creationId xmlns:a16="http://schemas.microsoft.com/office/drawing/2014/main" id="{04FD05BA-9BD6-432E-9EA9-72A93FFCA2A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0F9B136E-17E8-451B-B714-90B72672C12F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2C36D4F-B1ED-4DE3-A790-36DD2B4560DF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6" name="Oval 6">
                  <a:extLst>
                    <a:ext uri="{FF2B5EF4-FFF2-40B4-BE49-F238E27FC236}">
                      <a16:creationId xmlns:a16="http://schemas.microsoft.com/office/drawing/2014/main" id="{9E32C36E-F5A6-4366-B95A-73B7DB151C2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Rectangle 5">
                  <a:extLst>
                    <a:ext uri="{FF2B5EF4-FFF2-40B4-BE49-F238E27FC236}">
                      <a16:creationId xmlns:a16="http://schemas.microsoft.com/office/drawing/2014/main" id="{EA5BDF82-3AD0-493B-9416-8B7764D26A32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D21FAFB-02A1-431E-9939-D46E1C4191F1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5274E52-B5D1-48D0-8710-61ECF62F9E9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71D04D18-39A6-457C-8E78-4631770ECAE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993DD98-2E67-4A5B-83BF-67F372A84B0B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69" name="Rectangle 4">
                <a:extLst>
                  <a:ext uri="{FF2B5EF4-FFF2-40B4-BE49-F238E27FC236}">
                    <a16:creationId xmlns:a16="http://schemas.microsoft.com/office/drawing/2014/main" id="{D1848FD3-89CB-4E98-BE77-9E6311DD6E7A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75542330-1322-47AE-84CB-7C918B14BC6C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C11592A-9233-4D9D-BAAE-76953ADAB74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AA1D779-09AA-40AF-AFB9-9D1EE779279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128EA4A2-6188-49C0-BC73-F0F88F57751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E93D066A-F66F-4DEA-807E-C168A7A3963F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Arc 264">
                <a:extLst>
                  <a:ext uri="{FF2B5EF4-FFF2-40B4-BE49-F238E27FC236}">
                    <a16:creationId xmlns:a16="http://schemas.microsoft.com/office/drawing/2014/main" id="{3C029323-C88F-4E99-B94A-5096629F4D3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8E7825F-0CDB-4663-A3F0-FBA054E02B75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5D93C59B-A8A1-42C8-BA74-89734EE2BFC3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148BA26-F46C-40A3-9183-7BB61BFFA4BC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C8C8C71-7879-4667-B1D0-92F4BDCD3BF1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8689188E-BCBB-4ED7-9431-0D3D6E6A861E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Arc 257">
                <a:extLst>
                  <a:ext uri="{FF2B5EF4-FFF2-40B4-BE49-F238E27FC236}">
                    <a16:creationId xmlns:a16="http://schemas.microsoft.com/office/drawing/2014/main" id="{CEBC42DA-F35C-4180-A761-0F53CEC16ECC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29D617F4-E954-4C60-85AE-FD827D88B0D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4E07A-58DD-4336-A631-5E90244808A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2557285B-F821-4CE7-98D6-249D8BFA0219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D7CCAEC-7BA6-4CCA-AF37-23BC1C68D446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61A4E14-B563-447E-9B38-148FB3A6D808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424085ED-9F67-4AC4-9B96-2F4A910E317C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08F0821B-9F2C-44EC-B9A6-D8AF6BA8B8B9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410D48E-FDAB-46F1-8A50-B1BD071D84B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C3566A0-C7F7-496A-B540-23C0E6075A0B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63A94E0-9DA8-48B3-A9AA-F858D1805C8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21C7A14-FE0E-446C-9B35-0841B7B4B487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8DF1F0-8F2F-43E7-8551-C86404529D8F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55F536DD-4152-4AF3-A70A-6A99F7532412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312B220-6E03-4C91-8F5B-0DB80D3B5558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FF5F5B8-BC0F-42AD-BEFA-51B2F048D8F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FC429E6-6AFB-4CDD-8557-4A627426D5CA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A26EE82-454B-434E-A1F5-F793D5C248C4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563F1748-A299-4E29-8A96-656C72E565F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6E28A1D-BF29-4EC9-9E02-F6863386CD5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4A298B3-46D6-4EFE-8F14-E4A9C0DEBB56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8602F249-FBF5-4433-9F18-85E02DF49C64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67FD7CA-769D-47DB-8AF6-249F8B6B5E2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604B6C9-DE9B-4B7D-85FE-5E10BF5C6B1B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9206E924-E642-4B56-8575-B77FCCABEBC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A436D35E-A925-4D4A-905F-8061A5DB999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B12E6B5-7848-4C73-AC17-4E4F365FF0DD}"/>
              </a:ext>
            </a:extLst>
          </p:cNvPr>
          <p:cNvGrpSpPr/>
          <p:nvPr/>
        </p:nvGrpSpPr>
        <p:grpSpPr>
          <a:xfrm>
            <a:off x="155117" y="5381903"/>
            <a:ext cx="3437993" cy="2211420"/>
            <a:chOff x="-874101" y="937172"/>
            <a:chExt cx="8771038" cy="5641793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3143C65-D103-4342-8345-B78DF579FBA6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514AD2DC-C11C-4BC0-B61A-6EBCCD22D5E5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DA2EA2F3-B02D-457F-B3F4-C46A74D926B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A5ADA4-2808-4A6F-A408-FB4D6C8B90B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008490C-7D7E-47C1-92A7-4007625902B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31" name="Oval 6">
                  <a:extLst>
                    <a:ext uri="{FF2B5EF4-FFF2-40B4-BE49-F238E27FC236}">
                      <a16:creationId xmlns:a16="http://schemas.microsoft.com/office/drawing/2014/main" id="{97D46D4E-1F81-4487-88AD-A48DB8FD729F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" name="Rectangle 5">
                  <a:extLst>
                    <a:ext uri="{FF2B5EF4-FFF2-40B4-BE49-F238E27FC236}">
                      <a16:creationId xmlns:a16="http://schemas.microsoft.com/office/drawing/2014/main" id="{3CEF67A9-E3FB-4452-B543-5567D992BF3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C01C3ED5-BB55-4B40-8402-7B447BABC93C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29" name="Oval 6">
                  <a:extLst>
                    <a:ext uri="{FF2B5EF4-FFF2-40B4-BE49-F238E27FC236}">
                      <a16:creationId xmlns:a16="http://schemas.microsoft.com/office/drawing/2014/main" id="{5D361194-516E-4EB2-AC57-F6BA0256A2E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5">
                  <a:extLst>
                    <a:ext uri="{FF2B5EF4-FFF2-40B4-BE49-F238E27FC236}">
                      <a16:creationId xmlns:a16="http://schemas.microsoft.com/office/drawing/2014/main" id="{9D84EF14-8D9C-44F5-834D-27DD81C434E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2319C6F6-2EFF-4026-8A2E-56D278E37F36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755BF51D-0B53-46B5-813A-A04ECCFC824B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0B2700E4-24D1-4D38-BCA0-7C70CAEB607A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D939118B-FD81-4DEA-8E67-6F762D57EEF5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324739"/>
              <a:chOff x="4236985" y="1508541"/>
              <a:chExt cx="1813810" cy="4324739"/>
            </a:xfrm>
          </p:grpSpPr>
          <p:sp>
            <p:nvSpPr>
              <p:cNvPr id="322" name="Rectangle 4">
                <a:extLst>
                  <a:ext uri="{FF2B5EF4-FFF2-40B4-BE49-F238E27FC236}">
                    <a16:creationId xmlns:a16="http://schemas.microsoft.com/office/drawing/2014/main" id="{12EFCEE7-3918-48E0-8FF5-07BC2DF0448D}"/>
                  </a:ext>
                </a:extLst>
              </p:cNvPr>
              <p:cNvSpPr/>
              <p:nvPr/>
            </p:nvSpPr>
            <p:spPr>
              <a:xfrm rot="298876">
                <a:off x="4561504" y="2785278"/>
                <a:ext cx="1373178" cy="3048002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B52A55D3-147E-460F-8DB5-F88B3C304F39}"/>
                  </a:ext>
                </a:extLst>
              </p:cNvPr>
              <p:cNvSpPr/>
              <p:nvPr/>
            </p:nvSpPr>
            <p:spPr>
              <a:xfrm>
                <a:off x="4570974" y="2874460"/>
                <a:ext cx="1244237" cy="880606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312A1B35-4C04-4080-A296-16099CF6E8DF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508CEF0D-23F7-4CE0-BADC-126FDF499486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564AC970-41C0-4C18-8CC3-163FCAEB3FB3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C6646ED0-1147-43AE-9A1A-E8F89E780B86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Arc 317">
                <a:extLst>
                  <a:ext uri="{FF2B5EF4-FFF2-40B4-BE49-F238E27FC236}">
                    <a16:creationId xmlns:a16="http://schemas.microsoft.com/office/drawing/2014/main" id="{215BD792-AB11-498B-9F04-FD3D31791271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609A33EE-3240-47C6-A4F0-3E886693710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7209D923-E949-46C4-AC7C-4AFF3F618A70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0A1B5CED-6279-49A6-9368-11096255F092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48C91C32-32E3-4BC2-9F9D-7FD8F0270DAD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310" name="Arc 309">
                <a:extLst>
                  <a:ext uri="{FF2B5EF4-FFF2-40B4-BE49-F238E27FC236}">
                    <a16:creationId xmlns:a16="http://schemas.microsoft.com/office/drawing/2014/main" id="{675C83B5-7C97-4F67-A6B9-F94D7D7C1F75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Arc 310">
                <a:extLst>
                  <a:ext uri="{FF2B5EF4-FFF2-40B4-BE49-F238E27FC236}">
                    <a16:creationId xmlns:a16="http://schemas.microsoft.com/office/drawing/2014/main" id="{97520538-4541-439C-BA13-93C55B926E11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Arc 311">
                <a:extLst>
                  <a:ext uri="{FF2B5EF4-FFF2-40B4-BE49-F238E27FC236}">
                    <a16:creationId xmlns:a16="http://schemas.microsoft.com/office/drawing/2014/main" id="{8ACC1267-CCF3-490F-B601-FF4300DCFC39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E0E7E93A-6620-4725-B9FE-3E861A9247A3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96DB583-26CC-4F34-9810-C6FDFC7B939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BD868D58-5780-4E73-9DEE-2634B5EB5290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C35F9B7C-25C9-47F4-8FD2-C3A392C4B8FF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Arc 289">
              <a:extLst>
                <a:ext uri="{FF2B5EF4-FFF2-40B4-BE49-F238E27FC236}">
                  <a16:creationId xmlns:a16="http://schemas.microsoft.com/office/drawing/2014/main" id="{E3FC903A-95FB-4790-8CEE-CA796DA61656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Arc 290">
              <a:extLst>
                <a:ext uri="{FF2B5EF4-FFF2-40B4-BE49-F238E27FC236}">
                  <a16:creationId xmlns:a16="http://schemas.microsoft.com/office/drawing/2014/main" id="{197AEF18-F9C0-4ED3-A519-40DCDB925333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492D663-5E83-4160-B312-4788F8ECDB7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CFC1197F-62F2-4AE2-BB78-61928B7C9D16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1303E3C6-5E49-485F-A150-9C807370286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CEDE86E-931B-4E0B-B2C2-569E7A4EB272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B63F209-8130-429C-80AA-F0B31AADFDC3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F9ABD871-FA39-4BF8-8C3B-CBD882C4797B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DBCC75B3-0320-44BF-9D9A-6F0AC71D7590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A2579747-3E1C-415F-B85D-EA89E347BC2E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49315355-1E3B-4424-8321-77FB76797C46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1D09798C-6338-4155-84C3-0F18FF2C5E58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B56F6A5E-225D-433F-B2C4-5F8418A6AB7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192A9332-714A-41D8-A927-6073281E34A1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FC78E74F-CED8-4BA0-A717-5BBEFA3D270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EBF561F-3424-4324-8175-E26D15CEF8D1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A0A8599-77F3-4FF2-B050-D015DB2A04EF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9D4B657-BE41-461C-92B1-910DFFEE6F0D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F33BAA07-C59B-4062-9E97-461E000C99A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Isosceles Triangle 297">
                <a:extLst>
                  <a:ext uri="{FF2B5EF4-FFF2-40B4-BE49-F238E27FC236}">
                    <a16:creationId xmlns:a16="http://schemas.microsoft.com/office/drawing/2014/main" id="{0A48DD24-6039-4954-A813-2D9FDA89C6B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5" name="Picture 334">
            <a:extLst>
              <a:ext uri="{FF2B5EF4-FFF2-40B4-BE49-F238E27FC236}">
                <a16:creationId xmlns:a16="http://schemas.microsoft.com/office/drawing/2014/main" id="{317B6094-EA99-4BE9-AE21-6F030077B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72" y="519606"/>
            <a:ext cx="1145206" cy="676242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6F2A7DF-B602-4C66-853C-FB1B53CA2A4D}"/>
              </a:ext>
            </a:extLst>
          </p:cNvPr>
          <p:cNvSpPr txBox="1"/>
          <p:nvPr/>
        </p:nvSpPr>
        <p:spPr>
          <a:xfrm>
            <a:off x="3681478" y="1099718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8A486B-189A-41B5-9580-55081FBE5EA7}"/>
              </a:ext>
            </a:extLst>
          </p:cNvPr>
          <p:cNvSpPr txBox="1"/>
          <p:nvPr/>
        </p:nvSpPr>
        <p:spPr>
          <a:xfrm>
            <a:off x="390173" y="5682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DF22891-0A7E-4CC8-B55D-2351E2A5EEAF}"/>
              </a:ext>
            </a:extLst>
          </p:cNvPr>
          <p:cNvSpPr txBox="1"/>
          <p:nvPr/>
        </p:nvSpPr>
        <p:spPr>
          <a:xfrm rot="1178146">
            <a:off x="115116" y="1694863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A1C8F7-723F-4A76-9467-7A95128EBDF8}"/>
              </a:ext>
            </a:extLst>
          </p:cNvPr>
          <p:cNvSpPr txBox="1"/>
          <p:nvPr/>
        </p:nvSpPr>
        <p:spPr>
          <a:xfrm rot="19901268">
            <a:off x="8150925" y="1746322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213635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" y="1605217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 Black" panose="020B0A04020102020204" pitchFamily="34" charset="0"/>
              </a:rPr>
              <a:t>Let’s Minus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EE9187-8B61-47BB-9E0E-27668BE49DB6}"/>
              </a:ext>
            </a:extLst>
          </p:cNvPr>
          <p:cNvSpPr/>
          <p:nvPr/>
        </p:nvSpPr>
        <p:spPr>
          <a:xfrm>
            <a:off x="3184036" y="5453512"/>
            <a:ext cx="3222844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Name: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7F71FD-63FE-4398-9160-4019593C60F9}"/>
              </a:ext>
            </a:extLst>
          </p:cNvPr>
          <p:cNvSpPr/>
          <p:nvPr/>
        </p:nvSpPr>
        <p:spPr>
          <a:xfrm flipH="1">
            <a:off x="3681478" y="6457213"/>
            <a:ext cx="6757921" cy="835258"/>
          </a:xfrm>
          <a:custGeom>
            <a:avLst/>
            <a:gdLst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91440 w 6346503"/>
              <a:gd name="connsiteY4" fmla="*/ 9144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6346503 w 6437943"/>
              <a:gd name="connsiteY0" fmla="*/ 835258 h 926698"/>
              <a:gd name="connsiteX1" fmla="*/ 0 w 6437943"/>
              <a:gd name="connsiteY1" fmla="*/ 835258 h 926698"/>
              <a:gd name="connsiteX2" fmla="*/ 0 w 6437943"/>
              <a:gd name="connsiteY2" fmla="*/ 0 h 926698"/>
              <a:gd name="connsiteX3" fmla="*/ 6346503 w 6437943"/>
              <a:gd name="connsiteY3" fmla="*/ 0 h 926698"/>
              <a:gd name="connsiteX4" fmla="*/ 6437943 w 6437943"/>
              <a:gd name="connsiteY4" fmla="*/ 926698 h 92669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6503" h="835258">
                <a:moveTo>
                  <a:pt x="6346503" y="835258"/>
                </a:moveTo>
                <a:lnTo>
                  <a:pt x="0" y="835258"/>
                </a:lnTo>
                <a:lnTo>
                  <a:pt x="0" y="0"/>
                </a:lnTo>
                <a:lnTo>
                  <a:pt x="6346503" y="0"/>
                </a:lnTo>
              </a:path>
            </a:pathLst>
          </a:custGeom>
          <a:noFill/>
          <a:ln w="38100">
            <a:solidFill>
              <a:srgbClr val="EF7E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AFB489E-FD79-4ABE-9B99-57D44966ACD2}"/>
              </a:ext>
            </a:extLst>
          </p:cNvPr>
          <p:cNvGrpSpPr/>
          <p:nvPr/>
        </p:nvGrpSpPr>
        <p:grpSpPr>
          <a:xfrm rot="1285287">
            <a:off x="77803" y="1567719"/>
            <a:ext cx="1800286" cy="1157998"/>
            <a:chOff x="-874101" y="937172"/>
            <a:chExt cx="8771038" cy="564179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5246B50-8E74-45D0-8317-EA75165BBF5F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8F6DC3-1EFB-4F9B-ADF9-4B95C864D11A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FB521-6399-48DA-9A26-613FAB46127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E300182-8090-4221-87A5-AB4BED69689E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B45B8C9-48E0-4FDF-ABD2-CE916A3E5BC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4" name="Oval 6">
                  <a:extLst>
                    <a:ext uri="{FF2B5EF4-FFF2-40B4-BE49-F238E27FC236}">
                      <a16:creationId xmlns:a16="http://schemas.microsoft.com/office/drawing/2014/main" id="{E40B400B-29B3-40AC-B334-9BE6B3D8E8E1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 5">
                  <a:extLst>
                    <a:ext uri="{FF2B5EF4-FFF2-40B4-BE49-F238E27FC236}">
                      <a16:creationId xmlns:a16="http://schemas.microsoft.com/office/drawing/2014/main" id="{DDC71EEF-53D1-48BE-A8C5-331EB2B8C48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C8B4D8C0-E5B9-4775-8164-01B38993D220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2" name="Oval 6">
                  <a:extLst>
                    <a:ext uri="{FF2B5EF4-FFF2-40B4-BE49-F238E27FC236}">
                      <a16:creationId xmlns:a16="http://schemas.microsoft.com/office/drawing/2014/main" id="{CF28A2C0-174A-4B29-930D-40AFFD32AC9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5">
                  <a:extLst>
                    <a:ext uri="{FF2B5EF4-FFF2-40B4-BE49-F238E27FC236}">
                      <a16:creationId xmlns:a16="http://schemas.microsoft.com/office/drawing/2014/main" id="{5DB53594-55F1-4924-B17C-1917A1556CB6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A04509C-2DAF-4C9E-B9BF-FA623BACFAA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901BC9B-0813-438B-BCB2-EFF6BEEA9D2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A219264-FA59-4D89-B547-13C49A8B0F67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E058C06-DA45-42E1-95C8-B67B26F8774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15" name="Rectangle 4">
                <a:extLst>
                  <a:ext uri="{FF2B5EF4-FFF2-40B4-BE49-F238E27FC236}">
                    <a16:creationId xmlns:a16="http://schemas.microsoft.com/office/drawing/2014/main" id="{FA730089-69BE-4F69-AD56-54D80833BE61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6330EE-67C7-4AEB-8393-BB5B37A91268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3E229A82-8D82-47B3-9A52-1275B36BE775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BD8FA68-FFD2-47B1-8832-D41F58932513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E3DA4293-9071-460B-8F37-8689948D910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Arc 209">
                <a:extLst>
                  <a:ext uri="{FF2B5EF4-FFF2-40B4-BE49-F238E27FC236}">
                    <a16:creationId xmlns:a16="http://schemas.microsoft.com/office/drawing/2014/main" id="{37F9CC77-7411-4BBA-94CE-CE08C4877197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B6A3AA4-A404-43A0-8D17-CACD16C33E7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10C118F-E4D1-4272-A430-E5B48923B16F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ADE75EB-9077-40C6-823F-4102C92A1F5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2181191-4154-4FBD-8AAB-C36A20A859E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978C96-93E5-4E06-8FC4-FAAEBC60A744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3FA93E69-3608-4D50-98AE-0DCF78E7EDE4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Arc 203">
                <a:extLst>
                  <a:ext uri="{FF2B5EF4-FFF2-40B4-BE49-F238E27FC236}">
                    <a16:creationId xmlns:a16="http://schemas.microsoft.com/office/drawing/2014/main" id="{9485FB1E-B48A-4D16-9B29-987641A9884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304B21E8-027D-4D44-8478-6C00EF574C54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86AC3E-F59A-4012-8BF5-28F90E76628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CEF6CBC-A55F-45D2-90F1-A15A1EE5DCE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A998344-8279-4FB3-BA1B-209BE3C5D76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B0CC050-3F43-4C4E-8036-95BFA4782D85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DF6A192B-EC9C-4859-8E61-61EDF4CC21E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66716502-F1E6-421D-97FD-83B0EEC7EAB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F005F518-F364-4271-9013-D55E2EDF734B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664CCC0-E41E-4A86-AA9A-CFB07E14102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2F06102-FEB3-4E2A-ABF6-CD884D94782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E62DD42-D6A2-4E28-8FD7-CBFD2D37A01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7A4F623-F1AF-4964-AF1F-A4D5E827AA3E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E560A18-F352-4810-9E8C-76B071C6267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B126551-19EC-4083-A789-DAC0416DC03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4639946E-0E7F-4914-A754-7AB6BB4ADAF9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829A9-7577-4056-B867-8FCC170E196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A3DC5DE3-8C64-4F19-AB84-6D15E92D7E8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DF850CE-0148-4721-9F59-C8362B428944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119FC39-E350-4B71-B740-E0522ABAED16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3A229AD-A7FA-4C2E-8909-6000D989287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EB1AB9C2-BE11-4A1C-8A5B-EAD736CDEEE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27D58366-9BB4-4536-A179-19A76E0BB660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24B4D63-C5ED-4721-8FB2-5C04029AEFF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1599712-4C75-4F59-9576-128D1C50FEB3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FD7AB541-30E0-4E2F-87C5-6AB15B4F75BD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490A4E6-378B-4BBC-8D91-CFDEA9712509}"/>
              </a:ext>
            </a:extLst>
          </p:cNvPr>
          <p:cNvGrpSpPr/>
          <p:nvPr/>
        </p:nvGrpSpPr>
        <p:grpSpPr>
          <a:xfrm rot="20007887">
            <a:off x="8168556" y="1536994"/>
            <a:ext cx="1800286" cy="1157998"/>
            <a:chOff x="-874101" y="937172"/>
            <a:chExt cx="8771038" cy="5641793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0A4E554-1DBF-458B-BAF8-82A6E345A730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DB69127-6BC0-494A-AE67-7631A4C3F4ED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A1044C57-2016-4163-998B-59F8DE6BFCD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CC86107-5A8B-4465-A100-E333208CB3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6E0676CB-7199-4464-9337-0EC4E7FF092A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8" name="Oval 6">
                  <a:extLst>
                    <a:ext uri="{FF2B5EF4-FFF2-40B4-BE49-F238E27FC236}">
                      <a16:creationId xmlns:a16="http://schemas.microsoft.com/office/drawing/2014/main" id="{04FD05BA-9BD6-432E-9EA9-72A93FFCA2A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0F9B136E-17E8-451B-B714-90B72672C12F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2C36D4F-B1ED-4DE3-A790-36DD2B4560DF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6" name="Oval 6">
                  <a:extLst>
                    <a:ext uri="{FF2B5EF4-FFF2-40B4-BE49-F238E27FC236}">
                      <a16:creationId xmlns:a16="http://schemas.microsoft.com/office/drawing/2014/main" id="{9E32C36E-F5A6-4366-B95A-73B7DB151C2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Rectangle 5">
                  <a:extLst>
                    <a:ext uri="{FF2B5EF4-FFF2-40B4-BE49-F238E27FC236}">
                      <a16:creationId xmlns:a16="http://schemas.microsoft.com/office/drawing/2014/main" id="{EA5BDF82-3AD0-493B-9416-8B7764D26A32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D21FAFB-02A1-431E-9939-D46E1C4191F1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5274E52-B5D1-48D0-8710-61ECF62F9E9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71D04D18-39A6-457C-8E78-4631770ECAE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993DD98-2E67-4A5B-83BF-67F372A84B0B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69" name="Rectangle 4">
                <a:extLst>
                  <a:ext uri="{FF2B5EF4-FFF2-40B4-BE49-F238E27FC236}">
                    <a16:creationId xmlns:a16="http://schemas.microsoft.com/office/drawing/2014/main" id="{D1848FD3-89CB-4E98-BE77-9E6311DD6E7A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75542330-1322-47AE-84CB-7C918B14BC6C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C11592A-9233-4D9D-BAAE-76953ADAB74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AA1D779-09AA-40AF-AFB9-9D1EE779279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128EA4A2-6188-49C0-BC73-F0F88F57751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E93D066A-F66F-4DEA-807E-C168A7A3963F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Arc 264">
                <a:extLst>
                  <a:ext uri="{FF2B5EF4-FFF2-40B4-BE49-F238E27FC236}">
                    <a16:creationId xmlns:a16="http://schemas.microsoft.com/office/drawing/2014/main" id="{3C029323-C88F-4E99-B94A-5096629F4D3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8E7825F-0CDB-4663-A3F0-FBA054E02B75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5D93C59B-A8A1-42C8-BA74-89734EE2BFC3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148BA26-F46C-40A3-9183-7BB61BFFA4BC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C8C8C71-7879-4667-B1D0-92F4BDCD3BF1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8689188E-BCBB-4ED7-9431-0D3D6E6A861E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Arc 257">
                <a:extLst>
                  <a:ext uri="{FF2B5EF4-FFF2-40B4-BE49-F238E27FC236}">
                    <a16:creationId xmlns:a16="http://schemas.microsoft.com/office/drawing/2014/main" id="{CEBC42DA-F35C-4180-A761-0F53CEC16ECC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29D617F4-E954-4C60-85AE-FD827D88B0D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4E07A-58DD-4336-A631-5E90244808A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2557285B-F821-4CE7-98D6-249D8BFA0219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D7CCAEC-7BA6-4CCA-AF37-23BC1C68D446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61A4E14-B563-447E-9B38-148FB3A6D808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424085ED-9F67-4AC4-9B96-2F4A910E317C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08F0821B-9F2C-44EC-B9A6-D8AF6BA8B8B9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410D48E-FDAB-46F1-8A50-B1BD071D84B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C3566A0-C7F7-496A-B540-23C0E6075A0B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63A94E0-9DA8-48B3-A9AA-F858D1805C8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21C7A14-FE0E-446C-9B35-0841B7B4B487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8DF1F0-8F2F-43E7-8551-C86404529D8F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55F536DD-4152-4AF3-A70A-6A99F7532412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312B220-6E03-4C91-8F5B-0DB80D3B5558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FF5F5B8-BC0F-42AD-BEFA-51B2F048D8F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FC429E6-6AFB-4CDD-8557-4A627426D5CA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A26EE82-454B-434E-A1F5-F793D5C248C4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563F1748-A299-4E29-8A96-656C72E565F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6E28A1D-BF29-4EC9-9E02-F6863386CD5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4A298B3-46D6-4EFE-8F14-E4A9C0DEBB56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8602F249-FBF5-4433-9F18-85E02DF49C64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67FD7CA-769D-47DB-8AF6-249F8B6B5E2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604B6C9-DE9B-4B7D-85FE-5E10BF5C6B1B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9206E924-E642-4B56-8575-B77FCCABEBC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A436D35E-A925-4D4A-905F-8061A5DB999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B12E6B5-7848-4C73-AC17-4E4F365FF0DD}"/>
              </a:ext>
            </a:extLst>
          </p:cNvPr>
          <p:cNvGrpSpPr/>
          <p:nvPr/>
        </p:nvGrpSpPr>
        <p:grpSpPr>
          <a:xfrm>
            <a:off x="155117" y="5381903"/>
            <a:ext cx="3437993" cy="2211420"/>
            <a:chOff x="-874101" y="937172"/>
            <a:chExt cx="8771038" cy="5641793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3143C65-D103-4342-8345-B78DF579FBA6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514AD2DC-C11C-4BC0-B61A-6EBCCD22D5E5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DA2EA2F3-B02D-457F-B3F4-C46A74D926B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A5ADA4-2808-4A6F-A408-FB4D6C8B90B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008490C-7D7E-47C1-92A7-4007625902B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31" name="Oval 6">
                  <a:extLst>
                    <a:ext uri="{FF2B5EF4-FFF2-40B4-BE49-F238E27FC236}">
                      <a16:creationId xmlns:a16="http://schemas.microsoft.com/office/drawing/2014/main" id="{97D46D4E-1F81-4487-88AD-A48DB8FD729F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" name="Rectangle 5">
                  <a:extLst>
                    <a:ext uri="{FF2B5EF4-FFF2-40B4-BE49-F238E27FC236}">
                      <a16:creationId xmlns:a16="http://schemas.microsoft.com/office/drawing/2014/main" id="{3CEF67A9-E3FB-4452-B543-5567D992BF3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C01C3ED5-BB55-4B40-8402-7B447BABC93C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29" name="Oval 6">
                  <a:extLst>
                    <a:ext uri="{FF2B5EF4-FFF2-40B4-BE49-F238E27FC236}">
                      <a16:creationId xmlns:a16="http://schemas.microsoft.com/office/drawing/2014/main" id="{5D361194-516E-4EB2-AC57-F6BA0256A2E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5">
                  <a:extLst>
                    <a:ext uri="{FF2B5EF4-FFF2-40B4-BE49-F238E27FC236}">
                      <a16:creationId xmlns:a16="http://schemas.microsoft.com/office/drawing/2014/main" id="{9D84EF14-8D9C-44F5-834D-27DD81C434E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2319C6F6-2EFF-4026-8A2E-56D278E37F36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755BF51D-0B53-46B5-813A-A04ECCFC824B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0B2700E4-24D1-4D38-BCA0-7C70CAEB607A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D939118B-FD81-4DEA-8E67-6F762D57EEF5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324739"/>
              <a:chOff x="4236985" y="1508541"/>
              <a:chExt cx="1813810" cy="4324739"/>
            </a:xfrm>
          </p:grpSpPr>
          <p:sp>
            <p:nvSpPr>
              <p:cNvPr id="322" name="Rectangle 4">
                <a:extLst>
                  <a:ext uri="{FF2B5EF4-FFF2-40B4-BE49-F238E27FC236}">
                    <a16:creationId xmlns:a16="http://schemas.microsoft.com/office/drawing/2014/main" id="{12EFCEE7-3918-48E0-8FF5-07BC2DF0448D}"/>
                  </a:ext>
                </a:extLst>
              </p:cNvPr>
              <p:cNvSpPr/>
              <p:nvPr/>
            </p:nvSpPr>
            <p:spPr>
              <a:xfrm rot="298876">
                <a:off x="4561504" y="2785278"/>
                <a:ext cx="1373178" cy="3048002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B52A55D3-147E-460F-8DB5-F88B3C304F39}"/>
                  </a:ext>
                </a:extLst>
              </p:cNvPr>
              <p:cNvSpPr/>
              <p:nvPr/>
            </p:nvSpPr>
            <p:spPr>
              <a:xfrm>
                <a:off x="4570974" y="2874460"/>
                <a:ext cx="1244237" cy="880606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312A1B35-4C04-4080-A296-16099CF6E8DF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508CEF0D-23F7-4CE0-BADC-126FDF499486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564AC970-41C0-4C18-8CC3-163FCAEB3FB3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C6646ED0-1147-43AE-9A1A-E8F89E780B86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Arc 317">
                <a:extLst>
                  <a:ext uri="{FF2B5EF4-FFF2-40B4-BE49-F238E27FC236}">
                    <a16:creationId xmlns:a16="http://schemas.microsoft.com/office/drawing/2014/main" id="{215BD792-AB11-498B-9F04-FD3D31791271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609A33EE-3240-47C6-A4F0-3E886693710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7209D923-E949-46C4-AC7C-4AFF3F618A70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0A1B5CED-6279-49A6-9368-11096255F092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48C91C32-32E3-4BC2-9F9D-7FD8F0270DAD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310" name="Arc 309">
                <a:extLst>
                  <a:ext uri="{FF2B5EF4-FFF2-40B4-BE49-F238E27FC236}">
                    <a16:creationId xmlns:a16="http://schemas.microsoft.com/office/drawing/2014/main" id="{675C83B5-7C97-4F67-A6B9-F94D7D7C1F75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Arc 310">
                <a:extLst>
                  <a:ext uri="{FF2B5EF4-FFF2-40B4-BE49-F238E27FC236}">
                    <a16:creationId xmlns:a16="http://schemas.microsoft.com/office/drawing/2014/main" id="{97520538-4541-439C-BA13-93C55B926E11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Arc 311">
                <a:extLst>
                  <a:ext uri="{FF2B5EF4-FFF2-40B4-BE49-F238E27FC236}">
                    <a16:creationId xmlns:a16="http://schemas.microsoft.com/office/drawing/2014/main" id="{8ACC1267-CCF3-490F-B601-FF4300DCFC39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E0E7E93A-6620-4725-B9FE-3E861A9247A3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96DB583-26CC-4F34-9810-C6FDFC7B939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BD868D58-5780-4E73-9DEE-2634B5EB5290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C35F9B7C-25C9-47F4-8FD2-C3A392C4B8FF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Arc 289">
              <a:extLst>
                <a:ext uri="{FF2B5EF4-FFF2-40B4-BE49-F238E27FC236}">
                  <a16:creationId xmlns:a16="http://schemas.microsoft.com/office/drawing/2014/main" id="{E3FC903A-95FB-4790-8CEE-CA796DA61656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Arc 290">
              <a:extLst>
                <a:ext uri="{FF2B5EF4-FFF2-40B4-BE49-F238E27FC236}">
                  <a16:creationId xmlns:a16="http://schemas.microsoft.com/office/drawing/2014/main" id="{197AEF18-F9C0-4ED3-A519-40DCDB925333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492D663-5E83-4160-B312-4788F8ECDB7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CFC1197F-62F2-4AE2-BB78-61928B7C9D16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1303E3C6-5E49-485F-A150-9C807370286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CEDE86E-931B-4E0B-B2C2-569E7A4EB272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B63F209-8130-429C-80AA-F0B31AADFDC3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F9ABD871-FA39-4BF8-8C3B-CBD882C4797B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DBCC75B3-0320-44BF-9D9A-6F0AC71D7590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A2579747-3E1C-415F-B85D-EA89E347BC2E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49315355-1E3B-4424-8321-77FB76797C46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1D09798C-6338-4155-84C3-0F18FF2C5E58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B56F6A5E-225D-433F-B2C4-5F8418A6AB7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192A9332-714A-41D8-A927-6073281E34A1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FC78E74F-CED8-4BA0-A717-5BBEFA3D270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EBF561F-3424-4324-8175-E26D15CEF8D1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A0A8599-77F3-4FF2-B050-D015DB2A04EF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9D4B657-BE41-461C-92B1-910DFFEE6F0D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F33BAA07-C59B-4062-9E97-461E000C99A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Isosceles Triangle 297">
                <a:extLst>
                  <a:ext uri="{FF2B5EF4-FFF2-40B4-BE49-F238E27FC236}">
                    <a16:creationId xmlns:a16="http://schemas.microsoft.com/office/drawing/2014/main" id="{0A48DD24-6039-4954-A813-2D9FDA89C6B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5" name="Picture 334">
            <a:extLst>
              <a:ext uri="{FF2B5EF4-FFF2-40B4-BE49-F238E27FC236}">
                <a16:creationId xmlns:a16="http://schemas.microsoft.com/office/drawing/2014/main" id="{317B6094-EA99-4BE9-AE21-6F030077B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72" y="519606"/>
            <a:ext cx="1145206" cy="676242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6F2A7DF-B602-4C66-853C-FB1B53CA2A4D}"/>
              </a:ext>
            </a:extLst>
          </p:cNvPr>
          <p:cNvSpPr txBox="1"/>
          <p:nvPr/>
        </p:nvSpPr>
        <p:spPr>
          <a:xfrm>
            <a:off x="3681478" y="1099718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8A486B-189A-41B5-9580-55081FBE5EA7}"/>
              </a:ext>
            </a:extLst>
          </p:cNvPr>
          <p:cNvSpPr txBox="1"/>
          <p:nvPr/>
        </p:nvSpPr>
        <p:spPr>
          <a:xfrm>
            <a:off x="390173" y="5682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DF22891-0A7E-4CC8-B55D-2351E2A5EEAF}"/>
              </a:ext>
            </a:extLst>
          </p:cNvPr>
          <p:cNvSpPr txBox="1"/>
          <p:nvPr/>
        </p:nvSpPr>
        <p:spPr>
          <a:xfrm rot="1178146">
            <a:off x="115116" y="1694863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A1C8F7-723F-4A76-9467-7A95128EBDF8}"/>
              </a:ext>
            </a:extLst>
          </p:cNvPr>
          <p:cNvSpPr txBox="1"/>
          <p:nvPr/>
        </p:nvSpPr>
        <p:spPr>
          <a:xfrm rot="19901268">
            <a:off x="8150925" y="1746322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3430945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" y="1605217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 Black" panose="020B0A04020102020204" pitchFamily="34" charset="0"/>
              </a:rPr>
              <a:t>Let’s Divide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EE9187-8B61-47BB-9E0E-27668BE49DB6}"/>
              </a:ext>
            </a:extLst>
          </p:cNvPr>
          <p:cNvSpPr/>
          <p:nvPr/>
        </p:nvSpPr>
        <p:spPr>
          <a:xfrm>
            <a:off x="3184036" y="5453512"/>
            <a:ext cx="3222844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Name: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7F71FD-63FE-4398-9160-4019593C60F9}"/>
              </a:ext>
            </a:extLst>
          </p:cNvPr>
          <p:cNvSpPr/>
          <p:nvPr/>
        </p:nvSpPr>
        <p:spPr>
          <a:xfrm flipH="1">
            <a:off x="3681478" y="6457213"/>
            <a:ext cx="6757921" cy="835258"/>
          </a:xfrm>
          <a:custGeom>
            <a:avLst/>
            <a:gdLst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91440 w 6346503"/>
              <a:gd name="connsiteY4" fmla="*/ 9144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6346503 w 6437943"/>
              <a:gd name="connsiteY0" fmla="*/ 835258 h 926698"/>
              <a:gd name="connsiteX1" fmla="*/ 0 w 6437943"/>
              <a:gd name="connsiteY1" fmla="*/ 835258 h 926698"/>
              <a:gd name="connsiteX2" fmla="*/ 0 w 6437943"/>
              <a:gd name="connsiteY2" fmla="*/ 0 h 926698"/>
              <a:gd name="connsiteX3" fmla="*/ 6346503 w 6437943"/>
              <a:gd name="connsiteY3" fmla="*/ 0 h 926698"/>
              <a:gd name="connsiteX4" fmla="*/ 6437943 w 6437943"/>
              <a:gd name="connsiteY4" fmla="*/ 926698 h 92669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6503" h="835258">
                <a:moveTo>
                  <a:pt x="6346503" y="835258"/>
                </a:moveTo>
                <a:lnTo>
                  <a:pt x="0" y="835258"/>
                </a:lnTo>
                <a:lnTo>
                  <a:pt x="0" y="0"/>
                </a:lnTo>
                <a:lnTo>
                  <a:pt x="6346503" y="0"/>
                </a:lnTo>
              </a:path>
            </a:pathLst>
          </a:custGeom>
          <a:noFill/>
          <a:ln w="38100">
            <a:solidFill>
              <a:srgbClr val="EF7E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AFB489E-FD79-4ABE-9B99-57D44966ACD2}"/>
              </a:ext>
            </a:extLst>
          </p:cNvPr>
          <p:cNvGrpSpPr/>
          <p:nvPr/>
        </p:nvGrpSpPr>
        <p:grpSpPr>
          <a:xfrm rot="1285287">
            <a:off x="77803" y="1567719"/>
            <a:ext cx="1800286" cy="1157998"/>
            <a:chOff x="-874101" y="937172"/>
            <a:chExt cx="8771038" cy="564179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5246B50-8E74-45D0-8317-EA75165BBF5F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8F6DC3-1EFB-4F9B-ADF9-4B95C864D11A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FB521-6399-48DA-9A26-613FAB46127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E300182-8090-4221-87A5-AB4BED69689E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B45B8C9-48E0-4FDF-ABD2-CE916A3E5BC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4" name="Oval 6">
                  <a:extLst>
                    <a:ext uri="{FF2B5EF4-FFF2-40B4-BE49-F238E27FC236}">
                      <a16:creationId xmlns:a16="http://schemas.microsoft.com/office/drawing/2014/main" id="{E40B400B-29B3-40AC-B334-9BE6B3D8E8E1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 5">
                  <a:extLst>
                    <a:ext uri="{FF2B5EF4-FFF2-40B4-BE49-F238E27FC236}">
                      <a16:creationId xmlns:a16="http://schemas.microsoft.com/office/drawing/2014/main" id="{DDC71EEF-53D1-48BE-A8C5-331EB2B8C48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C8B4D8C0-E5B9-4775-8164-01B38993D220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2" name="Oval 6">
                  <a:extLst>
                    <a:ext uri="{FF2B5EF4-FFF2-40B4-BE49-F238E27FC236}">
                      <a16:creationId xmlns:a16="http://schemas.microsoft.com/office/drawing/2014/main" id="{CF28A2C0-174A-4B29-930D-40AFFD32AC9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5">
                  <a:extLst>
                    <a:ext uri="{FF2B5EF4-FFF2-40B4-BE49-F238E27FC236}">
                      <a16:creationId xmlns:a16="http://schemas.microsoft.com/office/drawing/2014/main" id="{5DB53594-55F1-4924-B17C-1917A1556CB6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A04509C-2DAF-4C9E-B9BF-FA623BACFAA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901BC9B-0813-438B-BCB2-EFF6BEEA9D2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A219264-FA59-4D89-B547-13C49A8B0F67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E058C06-DA45-42E1-95C8-B67B26F8774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15" name="Rectangle 4">
                <a:extLst>
                  <a:ext uri="{FF2B5EF4-FFF2-40B4-BE49-F238E27FC236}">
                    <a16:creationId xmlns:a16="http://schemas.microsoft.com/office/drawing/2014/main" id="{FA730089-69BE-4F69-AD56-54D80833BE61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6330EE-67C7-4AEB-8393-BB5B37A91268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3E229A82-8D82-47B3-9A52-1275B36BE775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BD8FA68-FFD2-47B1-8832-D41F58932513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E3DA4293-9071-460B-8F37-8689948D910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Arc 209">
                <a:extLst>
                  <a:ext uri="{FF2B5EF4-FFF2-40B4-BE49-F238E27FC236}">
                    <a16:creationId xmlns:a16="http://schemas.microsoft.com/office/drawing/2014/main" id="{37F9CC77-7411-4BBA-94CE-CE08C4877197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B6A3AA4-A404-43A0-8D17-CACD16C33E7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10C118F-E4D1-4272-A430-E5B48923B16F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ADE75EB-9077-40C6-823F-4102C92A1F5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2181191-4154-4FBD-8AAB-C36A20A859E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978C96-93E5-4E06-8FC4-FAAEBC60A744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3FA93E69-3608-4D50-98AE-0DCF78E7EDE4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Arc 203">
                <a:extLst>
                  <a:ext uri="{FF2B5EF4-FFF2-40B4-BE49-F238E27FC236}">
                    <a16:creationId xmlns:a16="http://schemas.microsoft.com/office/drawing/2014/main" id="{9485FB1E-B48A-4D16-9B29-987641A9884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304B21E8-027D-4D44-8478-6C00EF574C54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86AC3E-F59A-4012-8BF5-28F90E76628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CEF6CBC-A55F-45D2-90F1-A15A1EE5DCE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A998344-8279-4FB3-BA1B-209BE3C5D76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B0CC050-3F43-4C4E-8036-95BFA4782D85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DF6A192B-EC9C-4859-8E61-61EDF4CC21E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66716502-F1E6-421D-97FD-83B0EEC7EAB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F005F518-F364-4271-9013-D55E2EDF734B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664CCC0-E41E-4A86-AA9A-CFB07E14102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2F06102-FEB3-4E2A-ABF6-CD884D94782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E62DD42-D6A2-4E28-8FD7-CBFD2D37A01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7A4F623-F1AF-4964-AF1F-A4D5E827AA3E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E560A18-F352-4810-9E8C-76B071C6267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B126551-19EC-4083-A789-DAC0416DC03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4639946E-0E7F-4914-A754-7AB6BB4ADAF9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829A9-7577-4056-B867-8FCC170E196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A3DC5DE3-8C64-4F19-AB84-6D15E92D7E8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DF850CE-0148-4721-9F59-C8362B428944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119FC39-E350-4B71-B740-E0522ABAED16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3A229AD-A7FA-4C2E-8909-6000D989287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EB1AB9C2-BE11-4A1C-8A5B-EAD736CDEEE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27D58366-9BB4-4536-A179-19A76E0BB660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24B4D63-C5ED-4721-8FB2-5C04029AEFF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1599712-4C75-4F59-9576-128D1C50FEB3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FD7AB541-30E0-4E2F-87C5-6AB15B4F75BD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490A4E6-378B-4BBC-8D91-CFDEA9712509}"/>
              </a:ext>
            </a:extLst>
          </p:cNvPr>
          <p:cNvGrpSpPr/>
          <p:nvPr/>
        </p:nvGrpSpPr>
        <p:grpSpPr>
          <a:xfrm rot="20007887">
            <a:off x="8168556" y="1536994"/>
            <a:ext cx="1800286" cy="1157998"/>
            <a:chOff x="-874101" y="937172"/>
            <a:chExt cx="8771038" cy="5641793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0A4E554-1DBF-458B-BAF8-82A6E345A730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DB69127-6BC0-494A-AE67-7631A4C3F4ED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A1044C57-2016-4163-998B-59F8DE6BFCD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CC86107-5A8B-4465-A100-E333208CB3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6E0676CB-7199-4464-9337-0EC4E7FF092A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8" name="Oval 6">
                  <a:extLst>
                    <a:ext uri="{FF2B5EF4-FFF2-40B4-BE49-F238E27FC236}">
                      <a16:creationId xmlns:a16="http://schemas.microsoft.com/office/drawing/2014/main" id="{04FD05BA-9BD6-432E-9EA9-72A93FFCA2A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0F9B136E-17E8-451B-B714-90B72672C12F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2C36D4F-B1ED-4DE3-A790-36DD2B4560DF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6" name="Oval 6">
                  <a:extLst>
                    <a:ext uri="{FF2B5EF4-FFF2-40B4-BE49-F238E27FC236}">
                      <a16:creationId xmlns:a16="http://schemas.microsoft.com/office/drawing/2014/main" id="{9E32C36E-F5A6-4366-B95A-73B7DB151C2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Rectangle 5">
                  <a:extLst>
                    <a:ext uri="{FF2B5EF4-FFF2-40B4-BE49-F238E27FC236}">
                      <a16:creationId xmlns:a16="http://schemas.microsoft.com/office/drawing/2014/main" id="{EA5BDF82-3AD0-493B-9416-8B7764D26A32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D21FAFB-02A1-431E-9939-D46E1C4191F1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5274E52-B5D1-48D0-8710-61ECF62F9E9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71D04D18-39A6-457C-8E78-4631770ECAE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993DD98-2E67-4A5B-83BF-67F372A84B0B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69" name="Rectangle 4">
                <a:extLst>
                  <a:ext uri="{FF2B5EF4-FFF2-40B4-BE49-F238E27FC236}">
                    <a16:creationId xmlns:a16="http://schemas.microsoft.com/office/drawing/2014/main" id="{D1848FD3-89CB-4E98-BE77-9E6311DD6E7A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75542330-1322-47AE-84CB-7C918B14BC6C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C11592A-9233-4D9D-BAAE-76953ADAB74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AA1D779-09AA-40AF-AFB9-9D1EE779279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128EA4A2-6188-49C0-BC73-F0F88F57751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E93D066A-F66F-4DEA-807E-C168A7A3963F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Arc 264">
                <a:extLst>
                  <a:ext uri="{FF2B5EF4-FFF2-40B4-BE49-F238E27FC236}">
                    <a16:creationId xmlns:a16="http://schemas.microsoft.com/office/drawing/2014/main" id="{3C029323-C88F-4E99-B94A-5096629F4D3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8E7825F-0CDB-4663-A3F0-FBA054E02B75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5D93C59B-A8A1-42C8-BA74-89734EE2BFC3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148BA26-F46C-40A3-9183-7BB61BFFA4BC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C8C8C71-7879-4667-B1D0-92F4BDCD3BF1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8689188E-BCBB-4ED7-9431-0D3D6E6A861E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Arc 257">
                <a:extLst>
                  <a:ext uri="{FF2B5EF4-FFF2-40B4-BE49-F238E27FC236}">
                    <a16:creationId xmlns:a16="http://schemas.microsoft.com/office/drawing/2014/main" id="{CEBC42DA-F35C-4180-A761-0F53CEC16ECC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29D617F4-E954-4C60-85AE-FD827D88B0D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4E07A-58DD-4336-A631-5E90244808A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2557285B-F821-4CE7-98D6-249D8BFA0219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D7CCAEC-7BA6-4CCA-AF37-23BC1C68D446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61A4E14-B563-447E-9B38-148FB3A6D808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424085ED-9F67-4AC4-9B96-2F4A910E317C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08F0821B-9F2C-44EC-B9A6-D8AF6BA8B8B9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410D48E-FDAB-46F1-8A50-B1BD071D84B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C3566A0-C7F7-496A-B540-23C0E6075A0B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63A94E0-9DA8-48B3-A9AA-F858D1805C8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21C7A14-FE0E-446C-9B35-0841B7B4B487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8DF1F0-8F2F-43E7-8551-C86404529D8F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55F536DD-4152-4AF3-A70A-6A99F7532412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312B220-6E03-4C91-8F5B-0DB80D3B5558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FF5F5B8-BC0F-42AD-BEFA-51B2F048D8F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FC429E6-6AFB-4CDD-8557-4A627426D5CA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A26EE82-454B-434E-A1F5-F793D5C248C4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563F1748-A299-4E29-8A96-656C72E565F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6E28A1D-BF29-4EC9-9E02-F6863386CD5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4A298B3-46D6-4EFE-8F14-E4A9C0DEBB56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8602F249-FBF5-4433-9F18-85E02DF49C64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67FD7CA-769D-47DB-8AF6-249F8B6B5E2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604B6C9-DE9B-4B7D-85FE-5E10BF5C6B1B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9206E924-E642-4B56-8575-B77FCCABEBC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A436D35E-A925-4D4A-905F-8061A5DB999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B12E6B5-7848-4C73-AC17-4E4F365FF0DD}"/>
              </a:ext>
            </a:extLst>
          </p:cNvPr>
          <p:cNvGrpSpPr/>
          <p:nvPr/>
        </p:nvGrpSpPr>
        <p:grpSpPr>
          <a:xfrm>
            <a:off x="155117" y="5381903"/>
            <a:ext cx="3437993" cy="2211420"/>
            <a:chOff x="-874101" y="937172"/>
            <a:chExt cx="8771038" cy="5641793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3143C65-D103-4342-8345-B78DF579FBA6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514AD2DC-C11C-4BC0-B61A-6EBCCD22D5E5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DA2EA2F3-B02D-457F-B3F4-C46A74D926B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A5ADA4-2808-4A6F-A408-FB4D6C8B90B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008490C-7D7E-47C1-92A7-4007625902B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31" name="Oval 6">
                  <a:extLst>
                    <a:ext uri="{FF2B5EF4-FFF2-40B4-BE49-F238E27FC236}">
                      <a16:creationId xmlns:a16="http://schemas.microsoft.com/office/drawing/2014/main" id="{97D46D4E-1F81-4487-88AD-A48DB8FD729F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" name="Rectangle 5">
                  <a:extLst>
                    <a:ext uri="{FF2B5EF4-FFF2-40B4-BE49-F238E27FC236}">
                      <a16:creationId xmlns:a16="http://schemas.microsoft.com/office/drawing/2014/main" id="{3CEF67A9-E3FB-4452-B543-5567D992BF3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C01C3ED5-BB55-4B40-8402-7B447BABC93C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29" name="Oval 6">
                  <a:extLst>
                    <a:ext uri="{FF2B5EF4-FFF2-40B4-BE49-F238E27FC236}">
                      <a16:creationId xmlns:a16="http://schemas.microsoft.com/office/drawing/2014/main" id="{5D361194-516E-4EB2-AC57-F6BA0256A2E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5">
                  <a:extLst>
                    <a:ext uri="{FF2B5EF4-FFF2-40B4-BE49-F238E27FC236}">
                      <a16:creationId xmlns:a16="http://schemas.microsoft.com/office/drawing/2014/main" id="{9D84EF14-8D9C-44F5-834D-27DD81C434E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2319C6F6-2EFF-4026-8A2E-56D278E37F36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755BF51D-0B53-46B5-813A-A04ECCFC824B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0B2700E4-24D1-4D38-BCA0-7C70CAEB607A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D939118B-FD81-4DEA-8E67-6F762D57EEF5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324739"/>
              <a:chOff x="4236985" y="1508541"/>
              <a:chExt cx="1813810" cy="4324739"/>
            </a:xfrm>
          </p:grpSpPr>
          <p:sp>
            <p:nvSpPr>
              <p:cNvPr id="322" name="Rectangle 4">
                <a:extLst>
                  <a:ext uri="{FF2B5EF4-FFF2-40B4-BE49-F238E27FC236}">
                    <a16:creationId xmlns:a16="http://schemas.microsoft.com/office/drawing/2014/main" id="{12EFCEE7-3918-48E0-8FF5-07BC2DF0448D}"/>
                  </a:ext>
                </a:extLst>
              </p:cNvPr>
              <p:cNvSpPr/>
              <p:nvPr/>
            </p:nvSpPr>
            <p:spPr>
              <a:xfrm rot="298876">
                <a:off x="4561504" y="2785278"/>
                <a:ext cx="1373178" cy="3048002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B52A55D3-147E-460F-8DB5-F88B3C304F39}"/>
                  </a:ext>
                </a:extLst>
              </p:cNvPr>
              <p:cNvSpPr/>
              <p:nvPr/>
            </p:nvSpPr>
            <p:spPr>
              <a:xfrm>
                <a:off x="4570974" y="2874460"/>
                <a:ext cx="1244237" cy="880606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312A1B35-4C04-4080-A296-16099CF6E8DF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508CEF0D-23F7-4CE0-BADC-126FDF499486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564AC970-41C0-4C18-8CC3-163FCAEB3FB3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C6646ED0-1147-43AE-9A1A-E8F89E780B86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Arc 317">
                <a:extLst>
                  <a:ext uri="{FF2B5EF4-FFF2-40B4-BE49-F238E27FC236}">
                    <a16:creationId xmlns:a16="http://schemas.microsoft.com/office/drawing/2014/main" id="{215BD792-AB11-498B-9F04-FD3D31791271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609A33EE-3240-47C6-A4F0-3E886693710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7209D923-E949-46C4-AC7C-4AFF3F618A70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0A1B5CED-6279-49A6-9368-11096255F092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48C91C32-32E3-4BC2-9F9D-7FD8F0270DAD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310" name="Arc 309">
                <a:extLst>
                  <a:ext uri="{FF2B5EF4-FFF2-40B4-BE49-F238E27FC236}">
                    <a16:creationId xmlns:a16="http://schemas.microsoft.com/office/drawing/2014/main" id="{675C83B5-7C97-4F67-A6B9-F94D7D7C1F75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Arc 310">
                <a:extLst>
                  <a:ext uri="{FF2B5EF4-FFF2-40B4-BE49-F238E27FC236}">
                    <a16:creationId xmlns:a16="http://schemas.microsoft.com/office/drawing/2014/main" id="{97520538-4541-439C-BA13-93C55B926E11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Arc 311">
                <a:extLst>
                  <a:ext uri="{FF2B5EF4-FFF2-40B4-BE49-F238E27FC236}">
                    <a16:creationId xmlns:a16="http://schemas.microsoft.com/office/drawing/2014/main" id="{8ACC1267-CCF3-490F-B601-FF4300DCFC39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E0E7E93A-6620-4725-B9FE-3E861A9247A3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96DB583-26CC-4F34-9810-C6FDFC7B939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BD868D58-5780-4E73-9DEE-2634B5EB5290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C35F9B7C-25C9-47F4-8FD2-C3A392C4B8FF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Arc 289">
              <a:extLst>
                <a:ext uri="{FF2B5EF4-FFF2-40B4-BE49-F238E27FC236}">
                  <a16:creationId xmlns:a16="http://schemas.microsoft.com/office/drawing/2014/main" id="{E3FC903A-95FB-4790-8CEE-CA796DA61656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Arc 290">
              <a:extLst>
                <a:ext uri="{FF2B5EF4-FFF2-40B4-BE49-F238E27FC236}">
                  <a16:creationId xmlns:a16="http://schemas.microsoft.com/office/drawing/2014/main" id="{197AEF18-F9C0-4ED3-A519-40DCDB925333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492D663-5E83-4160-B312-4788F8ECDB7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CFC1197F-62F2-4AE2-BB78-61928B7C9D16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1303E3C6-5E49-485F-A150-9C807370286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CEDE86E-931B-4E0B-B2C2-569E7A4EB272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B63F209-8130-429C-80AA-F0B31AADFDC3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F9ABD871-FA39-4BF8-8C3B-CBD882C4797B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DBCC75B3-0320-44BF-9D9A-6F0AC71D7590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A2579747-3E1C-415F-B85D-EA89E347BC2E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49315355-1E3B-4424-8321-77FB76797C46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1D09798C-6338-4155-84C3-0F18FF2C5E58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B56F6A5E-225D-433F-B2C4-5F8418A6AB7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192A9332-714A-41D8-A927-6073281E34A1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FC78E74F-CED8-4BA0-A717-5BBEFA3D270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EBF561F-3424-4324-8175-E26D15CEF8D1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A0A8599-77F3-4FF2-B050-D015DB2A04EF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9D4B657-BE41-461C-92B1-910DFFEE6F0D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F33BAA07-C59B-4062-9E97-461E000C99A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Isosceles Triangle 297">
                <a:extLst>
                  <a:ext uri="{FF2B5EF4-FFF2-40B4-BE49-F238E27FC236}">
                    <a16:creationId xmlns:a16="http://schemas.microsoft.com/office/drawing/2014/main" id="{0A48DD24-6039-4954-A813-2D9FDA89C6B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5" name="Picture 334">
            <a:extLst>
              <a:ext uri="{FF2B5EF4-FFF2-40B4-BE49-F238E27FC236}">
                <a16:creationId xmlns:a16="http://schemas.microsoft.com/office/drawing/2014/main" id="{317B6094-EA99-4BE9-AE21-6F030077B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72" y="519606"/>
            <a:ext cx="1145206" cy="676242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6F2A7DF-B602-4C66-853C-FB1B53CA2A4D}"/>
              </a:ext>
            </a:extLst>
          </p:cNvPr>
          <p:cNvSpPr txBox="1"/>
          <p:nvPr/>
        </p:nvSpPr>
        <p:spPr>
          <a:xfrm>
            <a:off x="3681478" y="1099718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8A486B-189A-41B5-9580-55081FBE5EA7}"/>
              </a:ext>
            </a:extLst>
          </p:cNvPr>
          <p:cNvSpPr txBox="1"/>
          <p:nvPr/>
        </p:nvSpPr>
        <p:spPr>
          <a:xfrm>
            <a:off x="390173" y="5682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DF22891-0A7E-4CC8-B55D-2351E2A5EEAF}"/>
              </a:ext>
            </a:extLst>
          </p:cNvPr>
          <p:cNvSpPr txBox="1"/>
          <p:nvPr/>
        </p:nvSpPr>
        <p:spPr>
          <a:xfrm rot="1178146">
            <a:off x="115116" y="1694863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A1C8F7-723F-4A76-9467-7A95128EBDF8}"/>
              </a:ext>
            </a:extLst>
          </p:cNvPr>
          <p:cNvSpPr txBox="1"/>
          <p:nvPr/>
        </p:nvSpPr>
        <p:spPr>
          <a:xfrm rot="19901268">
            <a:off x="8150925" y="1746322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231258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6519C-633B-4A01-AED6-B10D289DBBD1}"/>
              </a:ext>
            </a:extLst>
          </p:cNvPr>
          <p:cNvSpPr/>
          <p:nvPr/>
        </p:nvSpPr>
        <p:spPr>
          <a:xfrm>
            <a:off x="1" y="1605217"/>
            <a:ext cx="10058399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rial Black" panose="020B0A04020102020204" pitchFamily="34" charset="0"/>
              </a:rPr>
              <a:t>Let’s Multiply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0EE9187-8B61-47BB-9E0E-27668BE49DB6}"/>
              </a:ext>
            </a:extLst>
          </p:cNvPr>
          <p:cNvSpPr/>
          <p:nvPr/>
        </p:nvSpPr>
        <p:spPr>
          <a:xfrm>
            <a:off x="3184036" y="5453512"/>
            <a:ext cx="3222844" cy="1304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Name: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7F71FD-63FE-4398-9160-4019593C60F9}"/>
              </a:ext>
            </a:extLst>
          </p:cNvPr>
          <p:cNvSpPr/>
          <p:nvPr/>
        </p:nvSpPr>
        <p:spPr>
          <a:xfrm flipH="1">
            <a:off x="3681478" y="6457213"/>
            <a:ext cx="6757921" cy="835258"/>
          </a:xfrm>
          <a:custGeom>
            <a:avLst/>
            <a:gdLst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91440 w 6346503"/>
              <a:gd name="connsiteY4" fmla="*/ 91440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0" fmla="*/ 0 w 6346503"/>
              <a:gd name="connsiteY0" fmla="*/ 0 h 835258"/>
              <a:gd name="connsiteX1" fmla="*/ 6346503 w 6346503"/>
              <a:gd name="connsiteY1" fmla="*/ 0 h 835258"/>
              <a:gd name="connsiteX2" fmla="*/ 6346503 w 6346503"/>
              <a:gd name="connsiteY2" fmla="*/ 835258 h 835258"/>
              <a:gd name="connsiteX3" fmla="*/ 0 w 6346503"/>
              <a:gd name="connsiteY3" fmla="*/ 835258 h 835258"/>
              <a:gd name="connsiteX4" fmla="*/ 0 w 6346503"/>
              <a:gd name="connsiteY4" fmla="*/ 0 h 835258"/>
              <a:gd name="connsiteX0" fmla="*/ 6346503 w 6437943"/>
              <a:gd name="connsiteY0" fmla="*/ 835258 h 926698"/>
              <a:gd name="connsiteX1" fmla="*/ 0 w 6437943"/>
              <a:gd name="connsiteY1" fmla="*/ 835258 h 926698"/>
              <a:gd name="connsiteX2" fmla="*/ 0 w 6437943"/>
              <a:gd name="connsiteY2" fmla="*/ 0 h 926698"/>
              <a:gd name="connsiteX3" fmla="*/ 6346503 w 6437943"/>
              <a:gd name="connsiteY3" fmla="*/ 0 h 926698"/>
              <a:gd name="connsiteX4" fmla="*/ 6437943 w 6437943"/>
              <a:gd name="connsiteY4" fmla="*/ 926698 h 92669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  <a:gd name="connsiteX0" fmla="*/ 6346503 w 6346503"/>
              <a:gd name="connsiteY0" fmla="*/ 835258 h 835258"/>
              <a:gd name="connsiteX1" fmla="*/ 0 w 6346503"/>
              <a:gd name="connsiteY1" fmla="*/ 835258 h 835258"/>
              <a:gd name="connsiteX2" fmla="*/ 0 w 6346503"/>
              <a:gd name="connsiteY2" fmla="*/ 0 h 835258"/>
              <a:gd name="connsiteX3" fmla="*/ 6346503 w 6346503"/>
              <a:gd name="connsiteY3" fmla="*/ 0 h 83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6503" h="835258">
                <a:moveTo>
                  <a:pt x="6346503" y="835258"/>
                </a:moveTo>
                <a:lnTo>
                  <a:pt x="0" y="835258"/>
                </a:lnTo>
                <a:lnTo>
                  <a:pt x="0" y="0"/>
                </a:lnTo>
                <a:lnTo>
                  <a:pt x="6346503" y="0"/>
                </a:lnTo>
              </a:path>
            </a:pathLst>
          </a:custGeom>
          <a:noFill/>
          <a:ln w="38100">
            <a:solidFill>
              <a:srgbClr val="EF7E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AFB489E-FD79-4ABE-9B99-57D44966ACD2}"/>
              </a:ext>
            </a:extLst>
          </p:cNvPr>
          <p:cNvGrpSpPr/>
          <p:nvPr/>
        </p:nvGrpSpPr>
        <p:grpSpPr>
          <a:xfrm rot="1285287">
            <a:off x="77803" y="1567719"/>
            <a:ext cx="1800286" cy="1157998"/>
            <a:chOff x="-874101" y="937172"/>
            <a:chExt cx="8771038" cy="5641793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D5246B50-8E74-45D0-8317-EA75165BBF5F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8F6DC3-1EFB-4F9B-ADF9-4B95C864D11A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FB521-6399-48DA-9A26-613FAB46127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E300182-8090-4221-87A5-AB4BED69689E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B45B8C9-48E0-4FDF-ABD2-CE916A3E5BC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4" name="Oval 6">
                  <a:extLst>
                    <a:ext uri="{FF2B5EF4-FFF2-40B4-BE49-F238E27FC236}">
                      <a16:creationId xmlns:a16="http://schemas.microsoft.com/office/drawing/2014/main" id="{E40B400B-29B3-40AC-B334-9BE6B3D8E8E1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 5">
                  <a:extLst>
                    <a:ext uri="{FF2B5EF4-FFF2-40B4-BE49-F238E27FC236}">
                      <a16:creationId xmlns:a16="http://schemas.microsoft.com/office/drawing/2014/main" id="{DDC71EEF-53D1-48BE-A8C5-331EB2B8C48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C8B4D8C0-E5B9-4775-8164-01B38993D220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22" name="Oval 6">
                  <a:extLst>
                    <a:ext uri="{FF2B5EF4-FFF2-40B4-BE49-F238E27FC236}">
                      <a16:creationId xmlns:a16="http://schemas.microsoft.com/office/drawing/2014/main" id="{CF28A2C0-174A-4B29-930D-40AFFD32AC9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5">
                  <a:extLst>
                    <a:ext uri="{FF2B5EF4-FFF2-40B4-BE49-F238E27FC236}">
                      <a16:creationId xmlns:a16="http://schemas.microsoft.com/office/drawing/2014/main" id="{5DB53594-55F1-4924-B17C-1917A1556CB6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A04509C-2DAF-4C9E-B9BF-FA623BACFAA4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901BC9B-0813-438B-BCB2-EFF6BEEA9D2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FA219264-FA59-4D89-B547-13C49A8B0F67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E058C06-DA45-42E1-95C8-B67B26F8774C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15" name="Rectangle 4">
                <a:extLst>
                  <a:ext uri="{FF2B5EF4-FFF2-40B4-BE49-F238E27FC236}">
                    <a16:creationId xmlns:a16="http://schemas.microsoft.com/office/drawing/2014/main" id="{FA730089-69BE-4F69-AD56-54D80833BE61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CF6330EE-67C7-4AEB-8393-BB5B37A91268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3E229A82-8D82-47B3-9A52-1275B36BE775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BD8FA68-FFD2-47B1-8832-D41F58932513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E3DA4293-9071-460B-8F37-8689948D910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Arc 209">
                <a:extLst>
                  <a:ext uri="{FF2B5EF4-FFF2-40B4-BE49-F238E27FC236}">
                    <a16:creationId xmlns:a16="http://schemas.microsoft.com/office/drawing/2014/main" id="{37F9CC77-7411-4BBA-94CE-CE08C4877197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B6A3AA4-A404-43A0-8D17-CACD16C33E7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10C118F-E4D1-4272-A430-E5B48923B16F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6ADE75EB-9077-40C6-823F-4102C92A1F5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2181191-4154-4FBD-8AAB-C36A20A859E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4F978C96-93E5-4E06-8FC4-FAAEBC60A744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3FA93E69-3608-4D50-98AE-0DCF78E7EDE4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Arc 203">
                <a:extLst>
                  <a:ext uri="{FF2B5EF4-FFF2-40B4-BE49-F238E27FC236}">
                    <a16:creationId xmlns:a16="http://schemas.microsoft.com/office/drawing/2014/main" id="{9485FB1E-B48A-4D16-9B29-987641A98849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Arc 204">
                <a:extLst>
                  <a:ext uri="{FF2B5EF4-FFF2-40B4-BE49-F238E27FC236}">
                    <a16:creationId xmlns:a16="http://schemas.microsoft.com/office/drawing/2014/main" id="{304B21E8-027D-4D44-8478-6C00EF574C54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1086AC3E-F59A-4012-8BF5-28F90E76628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CEF6CBC-A55F-45D2-90F1-A15A1EE5DCEA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DA998344-8279-4FB3-BA1B-209BE3C5D767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B0CC050-3F43-4C4E-8036-95BFA4782D85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DF6A192B-EC9C-4859-8E61-61EDF4CC21E9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66716502-F1E6-421D-97FD-83B0EEC7EAB5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F005F518-F364-4271-9013-D55E2EDF734B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8664CCC0-E41E-4A86-AA9A-CFB07E14102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72F06102-FEB3-4E2A-ABF6-CD884D94782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E62DD42-D6A2-4E28-8FD7-CBFD2D37A01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7A4F623-F1AF-4964-AF1F-A4D5E827AA3E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E560A18-F352-4810-9E8C-76B071C6267C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B126551-19EC-4083-A789-DAC0416DC032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4639946E-0E7F-4914-A754-7AB6BB4ADAF9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829A9-7577-4056-B867-8FCC170E196E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A3DC5DE3-8C64-4F19-AB84-6D15E92D7E8A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DF850CE-0148-4721-9F59-C8362B428944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5119FC39-E350-4B71-B740-E0522ABAED16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03A229AD-A7FA-4C2E-8909-6000D989287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Isosceles Triangle 193">
                <a:extLst>
                  <a:ext uri="{FF2B5EF4-FFF2-40B4-BE49-F238E27FC236}">
                    <a16:creationId xmlns:a16="http://schemas.microsoft.com/office/drawing/2014/main" id="{EB1AB9C2-BE11-4A1C-8A5B-EAD736CDEEE2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27D58366-9BB4-4536-A179-19A76E0BB660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24B4D63-C5ED-4721-8FB2-5C04029AEFF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1599712-4C75-4F59-9576-128D1C50FEB3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FD7AB541-30E0-4E2F-87C5-6AB15B4F75BD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490A4E6-378B-4BBC-8D91-CFDEA9712509}"/>
              </a:ext>
            </a:extLst>
          </p:cNvPr>
          <p:cNvGrpSpPr/>
          <p:nvPr/>
        </p:nvGrpSpPr>
        <p:grpSpPr>
          <a:xfrm rot="20007887">
            <a:off x="8168556" y="1536994"/>
            <a:ext cx="1800286" cy="1157998"/>
            <a:chOff x="-874101" y="937172"/>
            <a:chExt cx="8771038" cy="5641793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C0A4E554-1DBF-458B-BAF8-82A6E345A730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DB69127-6BC0-494A-AE67-7631A4C3F4ED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A1044C57-2016-4163-998B-59F8DE6BFCD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CC86107-5A8B-4465-A100-E333208CB37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6E0676CB-7199-4464-9337-0EC4E7FF092A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8" name="Oval 6">
                  <a:extLst>
                    <a:ext uri="{FF2B5EF4-FFF2-40B4-BE49-F238E27FC236}">
                      <a16:creationId xmlns:a16="http://schemas.microsoft.com/office/drawing/2014/main" id="{04FD05BA-9BD6-432E-9EA9-72A93FFCA2A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0F9B136E-17E8-451B-B714-90B72672C12F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02C36D4F-B1ED-4DE3-A790-36DD2B4560DF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276" name="Oval 6">
                  <a:extLst>
                    <a:ext uri="{FF2B5EF4-FFF2-40B4-BE49-F238E27FC236}">
                      <a16:creationId xmlns:a16="http://schemas.microsoft.com/office/drawing/2014/main" id="{9E32C36E-F5A6-4366-B95A-73B7DB151C27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Rectangle 5">
                  <a:extLst>
                    <a:ext uri="{FF2B5EF4-FFF2-40B4-BE49-F238E27FC236}">
                      <a16:creationId xmlns:a16="http://schemas.microsoft.com/office/drawing/2014/main" id="{EA5BDF82-3AD0-493B-9416-8B7764D26A32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D21FAFB-02A1-431E-9939-D46E1C4191F1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5274E52-B5D1-48D0-8710-61ECF62F9E90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71D04D18-39A6-457C-8E78-4631770ECAE5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993DD98-2E67-4A5B-83BF-67F372A84B0B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954236"/>
              <a:chOff x="4236985" y="1508541"/>
              <a:chExt cx="1813810" cy="4954236"/>
            </a:xfrm>
          </p:grpSpPr>
          <p:sp>
            <p:nvSpPr>
              <p:cNvPr id="269" name="Rectangle 4">
                <a:extLst>
                  <a:ext uri="{FF2B5EF4-FFF2-40B4-BE49-F238E27FC236}">
                    <a16:creationId xmlns:a16="http://schemas.microsoft.com/office/drawing/2014/main" id="{D1848FD3-89CB-4E98-BE77-9E6311DD6E7A}"/>
                  </a:ext>
                </a:extLst>
              </p:cNvPr>
              <p:cNvSpPr/>
              <p:nvPr/>
            </p:nvSpPr>
            <p:spPr>
              <a:xfrm>
                <a:off x="4561506" y="3414776"/>
                <a:ext cx="1373178" cy="3048001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75542330-1322-47AE-84CB-7C918B14BC6C}"/>
                  </a:ext>
                </a:extLst>
              </p:cNvPr>
              <p:cNvSpPr/>
              <p:nvPr/>
            </p:nvSpPr>
            <p:spPr>
              <a:xfrm>
                <a:off x="4435371" y="2799101"/>
                <a:ext cx="1417039" cy="1217951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6C11592A-9233-4D9D-BAAE-76953ADAB74A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AA1D779-09AA-40AF-AFB9-9D1EE7792797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128EA4A2-6188-49C0-BC73-F0F88F577512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E93D066A-F66F-4DEA-807E-C168A7A3963F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Arc 264">
                <a:extLst>
                  <a:ext uri="{FF2B5EF4-FFF2-40B4-BE49-F238E27FC236}">
                    <a16:creationId xmlns:a16="http://schemas.microsoft.com/office/drawing/2014/main" id="{3C029323-C88F-4E99-B94A-5096629F4D3E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B8E7825F-0CDB-4663-A3F0-FBA054E02B75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5D93C59B-A8A1-42C8-BA74-89734EE2BFC3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5148BA26-F46C-40A3-9183-7BB61BFFA4BC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CC8C8C71-7879-4667-B1D0-92F4BDCD3BF1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8689188E-BCBB-4ED7-9431-0D3D6E6A861E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Arc 257">
                <a:extLst>
                  <a:ext uri="{FF2B5EF4-FFF2-40B4-BE49-F238E27FC236}">
                    <a16:creationId xmlns:a16="http://schemas.microsoft.com/office/drawing/2014/main" id="{CEBC42DA-F35C-4180-A761-0F53CEC16ECC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29D617F4-E954-4C60-85AE-FD827D88B0D3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A0A4E07A-58DD-4336-A631-5E90244808A6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2557285B-F821-4CE7-98D6-249D8BFA0219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AD7CCAEC-7BA6-4CCA-AF37-23BC1C68D446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61A4E14-B563-447E-9B38-148FB3A6D808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424085ED-9F67-4AC4-9B96-2F4A910E317C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08F0821B-9F2C-44EC-B9A6-D8AF6BA8B8B9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B410D48E-FDAB-46F1-8A50-B1BD071D84B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5C3566A0-C7F7-496A-B540-23C0E6075A0B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663A94E0-9DA8-48B3-A9AA-F858D1805C8A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21C7A14-FE0E-446C-9B35-0841B7B4B487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D8DF1F0-8F2F-43E7-8551-C86404529D8F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55F536DD-4152-4AF3-A70A-6A99F7532412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312B220-6E03-4C91-8F5B-0DB80D3B5558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FF5F5B8-BC0F-42AD-BEFA-51B2F048D8F4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FC429E6-6AFB-4CDD-8557-4A627426D5CA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A26EE82-454B-434E-A1F5-F793D5C248C4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563F1748-A299-4E29-8A96-656C72E565F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C6E28A1D-BF29-4EC9-9E02-F6863386CD53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4A298B3-46D6-4EFE-8F14-E4A9C0DEBB56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8602F249-FBF5-4433-9F18-85E02DF49C64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67FD7CA-769D-47DB-8AF6-249F8B6B5E2D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604B6C9-DE9B-4B7D-85FE-5E10BF5C6B1B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9206E924-E642-4B56-8575-B77FCCABEBCB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A436D35E-A925-4D4A-905F-8061A5DB999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B12E6B5-7848-4C73-AC17-4E4F365FF0DD}"/>
              </a:ext>
            </a:extLst>
          </p:cNvPr>
          <p:cNvGrpSpPr/>
          <p:nvPr/>
        </p:nvGrpSpPr>
        <p:grpSpPr>
          <a:xfrm>
            <a:off x="155117" y="5381903"/>
            <a:ext cx="3437993" cy="2211420"/>
            <a:chOff x="-874101" y="937172"/>
            <a:chExt cx="8771038" cy="5641793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3143C65-D103-4342-8345-B78DF579FBA6}"/>
                </a:ext>
              </a:extLst>
            </p:cNvPr>
            <p:cNvGrpSpPr/>
            <p:nvPr/>
          </p:nvGrpSpPr>
          <p:grpSpPr>
            <a:xfrm flipH="1">
              <a:off x="3750955" y="990694"/>
              <a:ext cx="752594" cy="912732"/>
              <a:chOff x="4160297" y="640297"/>
              <a:chExt cx="752594" cy="912732"/>
            </a:xfrm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514AD2DC-C11C-4BC0-B61A-6EBCCD22D5E5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DA2EA2F3-B02D-457F-B3F4-C46A74D926B9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A5ADA4-2808-4A6F-A408-FB4D6C8B90B0}"/>
                </a:ext>
              </a:extLst>
            </p:cNvPr>
            <p:cNvGrpSpPr/>
            <p:nvPr/>
          </p:nvGrpSpPr>
          <p:grpSpPr>
            <a:xfrm>
              <a:off x="-874101" y="937172"/>
              <a:ext cx="8771038" cy="5641793"/>
              <a:chOff x="-874101" y="937172"/>
              <a:chExt cx="8771038" cy="5641793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008490C-7D7E-47C1-92A7-4007625902B2}"/>
                  </a:ext>
                </a:extLst>
              </p:cNvPr>
              <p:cNvGrpSpPr/>
              <p:nvPr/>
            </p:nvGrpSpPr>
            <p:grpSpPr>
              <a:xfrm flipH="1">
                <a:off x="3659641" y="937172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31" name="Oval 6">
                  <a:extLst>
                    <a:ext uri="{FF2B5EF4-FFF2-40B4-BE49-F238E27FC236}">
                      <a16:creationId xmlns:a16="http://schemas.microsoft.com/office/drawing/2014/main" id="{97D46D4E-1F81-4487-88AD-A48DB8FD729F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" name="Rectangle 5">
                  <a:extLst>
                    <a:ext uri="{FF2B5EF4-FFF2-40B4-BE49-F238E27FC236}">
                      <a16:creationId xmlns:a16="http://schemas.microsoft.com/office/drawing/2014/main" id="{3CEF67A9-E3FB-4452-B543-5567D992BF30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C01C3ED5-BB55-4B40-8402-7B447BABC93C}"/>
                  </a:ext>
                </a:extLst>
              </p:cNvPr>
              <p:cNvGrpSpPr/>
              <p:nvPr/>
            </p:nvGrpSpPr>
            <p:grpSpPr>
              <a:xfrm>
                <a:off x="-874101" y="967665"/>
                <a:ext cx="4237296" cy="5611300"/>
                <a:chOff x="1135022" y="982253"/>
                <a:chExt cx="4237296" cy="5611300"/>
              </a:xfrm>
            </p:grpSpPr>
            <p:sp>
              <p:nvSpPr>
                <p:cNvPr id="329" name="Oval 6">
                  <a:extLst>
                    <a:ext uri="{FF2B5EF4-FFF2-40B4-BE49-F238E27FC236}">
                      <a16:creationId xmlns:a16="http://schemas.microsoft.com/office/drawing/2014/main" id="{5D361194-516E-4EB2-AC57-F6BA0256A2E2}"/>
                    </a:ext>
                  </a:extLst>
                </p:cNvPr>
                <p:cNvSpPr/>
                <p:nvPr/>
              </p:nvSpPr>
              <p:spPr>
                <a:xfrm rot="1780710">
                  <a:off x="1955196" y="2947618"/>
                  <a:ext cx="3417122" cy="3645935"/>
                </a:xfrm>
                <a:custGeom>
                  <a:avLst/>
                  <a:gdLst>
                    <a:gd name="connsiteX0" fmla="*/ 0 w 3417122"/>
                    <a:gd name="connsiteY0" fmla="*/ 1821752 h 3643503"/>
                    <a:gd name="connsiteX1" fmla="*/ 1708561 w 3417122"/>
                    <a:gd name="connsiteY1" fmla="*/ 0 h 3643503"/>
                    <a:gd name="connsiteX2" fmla="*/ 3417122 w 3417122"/>
                    <a:gd name="connsiteY2" fmla="*/ 1821752 h 3643503"/>
                    <a:gd name="connsiteX3" fmla="*/ 1708561 w 3417122"/>
                    <a:gd name="connsiteY3" fmla="*/ 3643504 h 3643503"/>
                    <a:gd name="connsiteX4" fmla="*/ 0 w 3417122"/>
                    <a:gd name="connsiteY4" fmla="*/ 1821752 h 3643503"/>
                    <a:gd name="connsiteX0" fmla="*/ 0 w 3417122"/>
                    <a:gd name="connsiteY0" fmla="*/ 1821752 h 3645935"/>
                    <a:gd name="connsiteX1" fmla="*/ 1708561 w 3417122"/>
                    <a:gd name="connsiteY1" fmla="*/ 0 h 3645935"/>
                    <a:gd name="connsiteX2" fmla="*/ 3417122 w 3417122"/>
                    <a:gd name="connsiteY2" fmla="*/ 1821752 h 3645935"/>
                    <a:gd name="connsiteX3" fmla="*/ 1708561 w 3417122"/>
                    <a:gd name="connsiteY3" fmla="*/ 3643504 h 3645935"/>
                    <a:gd name="connsiteX4" fmla="*/ 0 w 3417122"/>
                    <a:gd name="connsiteY4" fmla="*/ 1821752 h 3645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17122" h="3645935">
                      <a:moveTo>
                        <a:pt x="0" y="1821752"/>
                      </a:moveTo>
                      <a:cubicBezTo>
                        <a:pt x="0" y="815626"/>
                        <a:pt x="764949" y="0"/>
                        <a:pt x="1708561" y="0"/>
                      </a:cubicBezTo>
                      <a:cubicBezTo>
                        <a:pt x="2652173" y="0"/>
                        <a:pt x="3417122" y="815626"/>
                        <a:pt x="3417122" y="1821752"/>
                      </a:cubicBezTo>
                      <a:cubicBezTo>
                        <a:pt x="3417122" y="2827878"/>
                        <a:pt x="3061643" y="3588979"/>
                        <a:pt x="1708561" y="3643504"/>
                      </a:cubicBezTo>
                      <a:cubicBezTo>
                        <a:pt x="355479" y="3698029"/>
                        <a:pt x="0" y="2827878"/>
                        <a:pt x="0" y="1821752"/>
                      </a:cubicBezTo>
                      <a:close/>
                    </a:path>
                  </a:pathLst>
                </a:custGeom>
                <a:solidFill>
                  <a:srgbClr val="5C87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Rectangle 5">
                  <a:extLst>
                    <a:ext uri="{FF2B5EF4-FFF2-40B4-BE49-F238E27FC236}">
                      <a16:creationId xmlns:a16="http://schemas.microsoft.com/office/drawing/2014/main" id="{9D84EF14-8D9C-44F5-834D-27DD81C434EA}"/>
                    </a:ext>
                  </a:extLst>
                </p:cNvPr>
                <p:cNvSpPr/>
                <p:nvPr/>
              </p:nvSpPr>
              <p:spPr>
                <a:xfrm>
                  <a:off x="1135022" y="982253"/>
                  <a:ext cx="4032061" cy="3434357"/>
                </a:xfrm>
                <a:custGeom>
                  <a:avLst/>
                  <a:gdLst>
                    <a:gd name="connsiteX0" fmla="*/ 0 w 217714"/>
                    <a:gd name="connsiteY0" fmla="*/ 0 h 1558977"/>
                    <a:gd name="connsiteX1" fmla="*/ 217714 w 217714"/>
                    <a:gd name="connsiteY1" fmla="*/ 0 h 1558977"/>
                    <a:gd name="connsiteX2" fmla="*/ 217714 w 217714"/>
                    <a:gd name="connsiteY2" fmla="*/ 1558977 h 1558977"/>
                    <a:gd name="connsiteX3" fmla="*/ 0 w 217714"/>
                    <a:gd name="connsiteY3" fmla="*/ 1558977 h 1558977"/>
                    <a:gd name="connsiteX4" fmla="*/ 0 w 217714"/>
                    <a:gd name="connsiteY4" fmla="*/ 0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3396343 w 3614057"/>
                    <a:gd name="connsiteY3" fmla="*/ 1558977 h 1558977"/>
                    <a:gd name="connsiteX4" fmla="*/ 0 w 3614057"/>
                    <a:gd name="connsiteY4" fmla="*/ 725714 h 1558977"/>
                    <a:gd name="connsiteX0" fmla="*/ 0 w 3614057"/>
                    <a:gd name="connsiteY0" fmla="*/ 725714 h 1558977"/>
                    <a:gd name="connsiteX1" fmla="*/ 3614057 w 3614057"/>
                    <a:gd name="connsiteY1" fmla="*/ 0 h 1558977"/>
                    <a:gd name="connsiteX2" fmla="*/ 3614057 w 3614057"/>
                    <a:gd name="connsiteY2" fmla="*/ 1558977 h 1558977"/>
                    <a:gd name="connsiteX3" fmla="*/ 0 w 3614057"/>
                    <a:gd name="connsiteY3" fmla="*/ 725714 h 1558977"/>
                    <a:gd name="connsiteX0" fmla="*/ 0 w 3614057"/>
                    <a:gd name="connsiteY0" fmla="*/ 725714 h 2236211"/>
                    <a:gd name="connsiteX1" fmla="*/ 3614057 w 3614057"/>
                    <a:gd name="connsiteY1" fmla="*/ 0 h 2236211"/>
                    <a:gd name="connsiteX2" fmla="*/ 3614057 w 3614057"/>
                    <a:gd name="connsiteY2" fmla="*/ 1558977 h 2236211"/>
                    <a:gd name="connsiteX3" fmla="*/ 0 w 3614057"/>
                    <a:gd name="connsiteY3" fmla="*/ 725714 h 2236211"/>
                    <a:gd name="connsiteX0" fmla="*/ 148078 w 3762135"/>
                    <a:gd name="connsiteY0" fmla="*/ 725714 h 2544206"/>
                    <a:gd name="connsiteX1" fmla="*/ 3762135 w 3762135"/>
                    <a:gd name="connsiteY1" fmla="*/ 0 h 2544206"/>
                    <a:gd name="connsiteX2" fmla="*/ 3762135 w 3762135"/>
                    <a:gd name="connsiteY2" fmla="*/ 1558977 h 2544206"/>
                    <a:gd name="connsiteX3" fmla="*/ 148078 w 3762135"/>
                    <a:gd name="connsiteY3" fmla="*/ 725714 h 2544206"/>
                    <a:gd name="connsiteX0" fmla="*/ 136505 w 3750562"/>
                    <a:gd name="connsiteY0" fmla="*/ 725714 h 2417502"/>
                    <a:gd name="connsiteX1" fmla="*/ 3750562 w 3750562"/>
                    <a:gd name="connsiteY1" fmla="*/ 0 h 2417502"/>
                    <a:gd name="connsiteX2" fmla="*/ 3750562 w 3750562"/>
                    <a:gd name="connsiteY2" fmla="*/ 1558977 h 2417502"/>
                    <a:gd name="connsiteX3" fmla="*/ 136505 w 3750562"/>
                    <a:gd name="connsiteY3" fmla="*/ 725714 h 2417502"/>
                    <a:gd name="connsiteX0" fmla="*/ 135541 w 3778626"/>
                    <a:gd name="connsiteY0" fmla="*/ 725714 h 2456264"/>
                    <a:gd name="connsiteX1" fmla="*/ 3749598 w 3778626"/>
                    <a:gd name="connsiteY1" fmla="*/ 0 h 2456264"/>
                    <a:gd name="connsiteX2" fmla="*/ 3778626 w 3778626"/>
                    <a:gd name="connsiteY2" fmla="*/ 1617034 h 2456264"/>
                    <a:gd name="connsiteX3" fmla="*/ 135541 w 3778626"/>
                    <a:gd name="connsiteY3" fmla="*/ 725714 h 2456264"/>
                    <a:gd name="connsiteX0" fmla="*/ 154749 w 3797834"/>
                    <a:gd name="connsiteY0" fmla="*/ 725714 h 2542940"/>
                    <a:gd name="connsiteX1" fmla="*/ 3768806 w 3797834"/>
                    <a:gd name="connsiteY1" fmla="*/ 0 h 2542940"/>
                    <a:gd name="connsiteX2" fmla="*/ 3797834 w 3797834"/>
                    <a:gd name="connsiteY2" fmla="*/ 1617034 h 2542940"/>
                    <a:gd name="connsiteX3" fmla="*/ 154749 w 3797834"/>
                    <a:gd name="connsiteY3" fmla="*/ 725714 h 2542940"/>
                    <a:gd name="connsiteX0" fmla="*/ 425894 w 4068979"/>
                    <a:gd name="connsiteY0" fmla="*/ 1605224 h 3422450"/>
                    <a:gd name="connsiteX1" fmla="*/ 4039951 w 4068979"/>
                    <a:gd name="connsiteY1" fmla="*/ 879510 h 3422450"/>
                    <a:gd name="connsiteX2" fmla="*/ 4068979 w 4068979"/>
                    <a:gd name="connsiteY2" fmla="*/ 2496544 h 3422450"/>
                    <a:gd name="connsiteX3" fmla="*/ 425894 w 4068979"/>
                    <a:gd name="connsiteY3" fmla="*/ 1605224 h 3422450"/>
                    <a:gd name="connsiteX0" fmla="*/ 425894 w 4068979"/>
                    <a:gd name="connsiteY0" fmla="*/ 1605224 h 3256062"/>
                    <a:gd name="connsiteX1" fmla="*/ 4039951 w 4068979"/>
                    <a:gd name="connsiteY1" fmla="*/ 879510 h 3256062"/>
                    <a:gd name="connsiteX2" fmla="*/ 4068979 w 4068979"/>
                    <a:gd name="connsiteY2" fmla="*/ 2496544 h 3256062"/>
                    <a:gd name="connsiteX3" fmla="*/ 425894 w 4068979"/>
                    <a:gd name="connsiteY3" fmla="*/ 1605224 h 3256062"/>
                    <a:gd name="connsiteX0" fmla="*/ 425894 w 4068979"/>
                    <a:gd name="connsiteY0" fmla="*/ 1605224 h 3365719"/>
                    <a:gd name="connsiteX1" fmla="*/ 4039951 w 4068979"/>
                    <a:gd name="connsiteY1" fmla="*/ 879510 h 3365719"/>
                    <a:gd name="connsiteX2" fmla="*/ 4068979 w 4068979"/>
                    <a:gd name="connsiteY2" fmla="*/ 2496544 h 3365719"/>
                    <a:gd name="connsiteX3" fmla="*/ 425894 w 4068979"/>
                    <a:gd name="connsiteY3" fmla="*/ 1605224 h 3365719"/>
                    <a:gd name="connsiteX0" fmla="*/ 392896 w 4035981"/>
                    <a:gd name="connsiteY0" fmla="*/ 1680517 h 3441012"/>
                    <a:gd name="connsiteX1" fmla="*/ 4006953 w 4035981"/>
                    <a:gd name="connsiteY1" fmla="*/ 954803 h 3441012"/>
                    <a:gd name="connsiteX2" fmla="*/ 4035981 w 4035981"/>
                    <a:gd name="connsiteY2" fmla="*/ 2571837 h 3441012"/>
                    <a:gd name="connsiteX3" fmla="*/ 392896 w 4035981"/>
                    <a:gd name="connsiteY3" fmla="*/ 1680517 h 3441012"/>
                    <a:gd name="connsiteX0" fmla="*/ 400707 w 4043792"/>
                    <a:gd name="connsiteY0" fmla="*/ 1582097 h 3342592"/>
                    <a:gd name="connsiteX1" fmla="*/ 3898650 w 4043792"/>
                    <a:gd name="connsiteY1" fmla="*/ 1161183 h 3342592"/>
                    <a:gd name="connsiteX2" fmla="*/ 4043792 w 4043792"/>
                    <a:gd name="connsiteY2" fmla="*/ 2473417 h 3342592"/>
                    <a:gd name="connsiteX3" fmla="*/ 400707 w 4043792"/>
                    <a:gd name="connsiteY3" fmla="*/ 1582097 h 3342592"/>
                    <a:gd name="connsiteX0" fmla="*/ 389755 w 4032840"/>
                    <a:gd name="connsiteY0" fmla="*/ 1678549 h 3439044"/>
                    <a:gd name="connsiteX1" fmla="*/ 3887698 w 4032840"/>
                    <a:gd name="connsiteY1" fmla="*/ 1257635 h 3439044"/>
                    <a:gd name="connsiteX2" fmla="*/ 4032840 w 4032840"/>
                    <a:gd name="connsiteY2" fmla="*/ 2569869 h 3439044"/>
                    <a:gd name="connsiteX3" fmla="*/ 389755 w 4032840"/>
                    <a:gd name="connsiteY3" fmla="*/ 1678549 h 3439044"/>
                    <a:gd name="connsiteX0" fmla="*/ 391652 w 4034737"/>
                    <a:gd name="connsiteY0" fmla="*/ 1586388 h 3346883"/>
                    <a:gd name="connsiteX1" fmla="*/ 3860567 w 4034737"/>
                    <a:gd name="connsiteY1" fmla="*/ 1455759 h 3346883"/>
                    <a:gd name="connsiteX2" fmla="*/ 4034737 w 4034737"/>
                    <a:gd name="connsiteY2" fmla="*/ 2477708 h 3346883"/>
                    <a:gd name="connsiteX3" fmla="*/ 391652 w 4034737"/>
                    <a:gd name="connsiteY3" fmla="*/ 1586388 h 3346883"/>
                    <a:gd name="connsiteX0" fmla="*/ 388976 w 4032061"/>
                    <a:gd name="connsiteY0" fmla="*/ 1673862 h 3434357"/>
                    <a:gd name="connsiteX1" fmla="*/ 3857891 w 4032061"/>
                    <a:gd name="connsiteY1" fmla="*/ 1543233 h 3434357"/>
                    <a:gd name="connsiteX2" fmla="*/ 4032061 w 4032061"/>
                    <a:gd name="connsiteY2" fmla="*/ 2565182 h 3434357"/>
                    <a:gd name="connsiteX3" fmla="*/ 388976 w 4032061"/>
                    <a:gd name="connsiteY3" fmla="*/ 1673862 h 343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2061" h="3434357">
                      <a:moveTo>
                        <a:pt x="388976" y="1673862"/>
                      </a:moveTo>
                      <a:cubicBezTo>
                        <a:pt x="-1367252" y="-1601529"/>
                        <a:pt x="3364405" y="812680"/>
                        <a:pt x="3857891" y="1543233"/>
                      </a:cubicBezTo>
                      <a:lnTo>
                        <a:pt x="4032061" y="2565182"/>
                      </a:lnTo>
                      <a:cubicBezTo>
                        <a:pt x="3161205" y="3695314"/>
                        <a:pt x="-322224" y="4027158"/>
                        <a:pt x="388976" y="1673862"/>
                      </a:cubicBezTo>
                      <a:close/>
                    </a:path>
                  </a:pathLst>
                </a:custGeom>
                <a:solidFill>
                  <a:srgbClr val="F6EFB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2319C6F6-2EFF-4026-8A2E-56D278E37F36}"/>
                </a:ext>
              </a:extLst>
            </p:cNvPr>
            <p:cNvGrpSpPr/>
            <p:nvPr/>
          </p:nvGrpSpPr>
          <p:grpSpPr>
            <a:xfrm>
              <a:off x="2466585" y="1011702"/>
              <a:ext cx="752594" cy="912732"/>
              <a:chOff x="4160297" y="640297"/>
              <a:chExt cx="752594" cy="912732"/>
            </a:xfrm>
          </p:grpSpPr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755BF51D-0B53-46B5-813A-A04ECCFC824B}"/>
                  </a:ext>
                </a:extLst>
              </p:cNvPr>
              <p:cNvSpPr/>
              <p:nvPr/>
            </p:nvSpPr>
            <p:spPr>
              <a:xfrm>
                <a:off x="4542971" y="886052"/>
                <a:ext cx="369920" cy="666977"/>
              </a:xfrm>
              <a:custGeom>
                <a:avLst/>
                <a:gdLst>
                  <a:gd name="connsiteX0" fmla="*/ 362858 w 362858"/>
                  <a:gd name="connsiteY0" fmla="*/ 624115 h 624115"/>
                  <a:gd name="connsiteX1" fmla="*/ 0 w 362858"/>
                  <a:gd name="connsiteY1" fmla="*/ 0 h 624115"/>
                  <a:gd name="connsiteX2" fmla="*/ 0 w 362858"/>
                  <a:gd name="connsiteY2" fmla="*/ 0 h 624115"/>
                  <a:gd name="connsiteX0" fmla="*/ 362858 w 362858"/>
                  <a:gd name="connsiteY0" fmla="*/ 666977 h 666977"/>
                  <a:gd name="connsiteX1" fmla="*/ 0 w 362858"/>
                  <a:gd name="connsiteY1" fmla="*/ 42862 h 666977"/>
                  <a:gd name="connsiteX2" fmla="*/ 0 w 362858"/>
                  <a:gd name="connsiteY2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2858"/>
                  <a:gd name="connsiteY0" fmla="*/ 666977 h 666977"/>
                  <a:gd name="connsiteX1" fmla="*/ 0 w 362858"/>
                  <a:gd name="connsiteY1" fmla="*/ 0 h 666977"/>
                  <a:gd name="connsiteX0" fmla="*/ 362858 w 369920"/>
                  <a:gd name="connsiteY0" fmla="*/ 666977 h 666977"/>
                  <a:gd name="connsiteX1" fmla="*/ 0 w 369920"/>
                  <a:gd name="connsiteY1" fmla="*/ 0 h 66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9920" h="666977">
                    <a:moveTo>
                      <a:pt x="362858" y="666977"/>
                    </a:moveTo>
                    <a:cubicBezTo>
                      <a:pt x="384780" y="573239"/>
                      <a:pt x="378128" y="165176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0B2700E4-24D1-4D38-BCA0-7C70CAEB607A}"/>
                  </a:ext>
                </a:extLst>
              </p:cNvPr>
              <p:cNvSpPr/>
              <p:nvPr/>
            </p:nvSpPr>
            <p:spPr>
              <a:xfrm rot="17449056">
                <a:off x="4185418" y="615176"/>
                <a:ext cx="409121" cy="459364"/>
              </a:xfrm>
              <a:prstGeom prst="ellipse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D939118B-FD81-4DEA-8E67-6F762D57EEF5}"/>
                </a:ext>
              </a:extLst>
            </p:cNvPr>
            <p:cNvGrpSpPr/>
            <p:nvPr/>
          </p:nvGrpSpPr>
          <p:grpSpPr>
            <a:xfrm>
              <a:off x="2576168" y="1553029"/>
              <a:ext cx="1813810" cy="4324739"/>
              <a:chOff x="4236985" y="1508541"/>
              <a:chExt cx="1813810" cy="4324739"/>
            </a:xfrm>
          </p:grpSpPr>
          <p:sp>
            <p:nvSpPr>
              <p:cNvPr id="322" name="Rectangle 4">
                <a:extLst>
                  <a:ext uri="{FF2B5EF4-FFF2-40B4-BE49-F238E27FC236}">
                    <a16:creationId xmlns:a16="http://schemas.microsoft.com/office/drawing/2014/main" id="{12EFCEE7-3918-48E0-8FF5-07BC2DF0448D}"/>
                  </a:ext>
                </a:extLst>
              </p:cNvPr>
              <p:cNvSpPr/>
              <p:nvPr/>
            </p:nvSpPr>
            <p:spPr>
              <a:xfrm rot="298876">
                <a:off x="4561504" y="2785278"/>
                <a:ext cx="1373178" cy="3048002"/>
              </a:xfrm>
              <a:custGeom>
                <a:avLst/>
                <a:gdLst>
                  <a:gd name="connsiteX0" fmla="*/ 0 w 609600"/>
                  <a:gd name="connsiteY0" fmla="*/ 0 h 409575"/>
                  <a:gd name="connsiteX1" fmla="*/ 609600 w 609600"/>
                  <a:gd name="connsiteY1" fmla="*/ 0 h 409575"/>
                  <a:gd name="connsiteX2" fmla="*/ 609600 w 609600"/>
                  <a:gd name="connsiteY2" fmla="*/ 409575 h 409575"/>
                  <a:gd name="connsiteX3" fmla="*/ 0 w 609600"/>
                  <a:gd name="connsiteY3" fmla="*/ 409575 h 409575"/>
                  <a:gd name="connsiteX4" fmla="*/ 0 w 609600"/>
                  <a:gd name="connsiteY4" fmla="*/ 0 h 409575"/>
                  <a:gd name="connsiteX0" fmla="*/ 0 w 609600"/>
                  <a:gd name="connsiteY0" fmla="*/ 0 h 1219200"/>
                  <a:gd name="connsiteX1" fmla="*/ 609600 w 609600"/>
                  <a:gd name="connsiteY1" fmla="*/ 0 h 1219200"/>
                  <a:gd name="connsiteX2" fmla="*/ 609600 w 609600"/>
                  <a:gd name="connsiteY2" fmla="*/ 409575 h 1219200"/>
                  <a:gd name="connsiteX3" fmla="*/ 209550 w 609600"/>
                  <a:gd name="connsiteY3" fmla="*/ 1219200 h 1219200"/>
                  <a:gd name="connsiteX4" fmla="*/ 0 w 609600"/>
                  <a:gd name="connsiteY4" fmla="*/ 0 h 121920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609600 w 609600"/>
                  <a:gd name="connsiteY2" fmla="*/ 409575 h 2988040"/>
                  <a:gd name="connsiteX3" fmla="*/ 479373 w 609600"/>
                  <a:gd name="connsiteY3" fmla="*/ 2988040 h 2988040"/>
                  <a:gd name="connsiteX4" fmla="*/ 0 w 609600"/>
                  <a:gd name="connsiteY4" fmla="*/ 0 h 2988040"/>
                  <a:gd name="connsiteX0" fmla="*/ 0 w 609600"/>
                  <a:gd name="connsiteY0" fmla="*/ 0 h 2988040"/>
                  <a:gd name="connsiteX1" fmla="*/ 609600 w 609600"/>
                  <a:gd name="connsiteY1" fmla="*/ 0 h 2988040"/>
                  <a:gd name="connsiteX2" fmla="*/ 479373 w 609600"/>
                  <a:gd name="connsiteY2" fmla="*/ 2988040 h 2988040"/>
                  <a:gd name="connsiteX3" fmla="*/ 0 w 609600"/>
                  <a:gd name="connsiteY3" fmla="*/ 0 h 2988040"/>
                  <a:gd name="connsiteX0" fmla="*/ 0 w 534650"/>
                  <a:gd name="connsiteY0" fmla="*/ 59961 h 3048001"/>
                  <a:gd name="connsiteX1" fmla="*/ 534650 w 534650"/>
                  <a:gd name="connsiteY1" fmla="*/ 0 h 3048001"/>
                  <a:gd name="connsiteX2" fmla="*/ 479373 w 534650"/>
                  <a:gd name="connsiteY2" fmla="*/ 3048001 h 3048001"/>
                  <a:gd name="connsiteX3" fmla="*/ 0 w 534650"/>
                  <a:gd name="connsiteY3" fmla="*/ 59961 h 3048001"/>
                  <a:gd name="connsiteX0" fmla="*/ 0 w 1090935"/>
                  <a:gd name="connsiteY0" fmla="*/ 59961 h 3048001"/>
                  <a:gd name="connsiteX1" fmla="*/ 534650 w 1090935"/>
                  <a:gd name="connsiteY1" fmla="*/ 0 h 3048001"/>
                  <a:gd name="connsiteX2" fmla="*/ 479373 w 1090935"/>
                  <a:gd name="connsiteY2" fmla="*/ 3048001 h 3048001"/>
                  <a:gd name="connsiteX3" fmla="*/ 0 w 1090935"/>
                  <a:gd name="connsiteY3" fmla="*/ 59961 h 3048001"/>
                  <a:gd name="connsiteX0" fmla="*/ 282243 w 1373178"/>
                  <a:gd name="connsiteY0" fmla="*/ 59961 h 3048001"/>
                  <a:gd name="connsiteX1" fmla="*/ 816893 w 1373178"/>
                  <a:gd name="connsiteY1" fmla="*/ 0 h 3048001"/>
                  <a:gd name="connsiteX2" fmla="*/ 761616 w 1373178"/>
                  <a:gd name="connsiteY2" fmla="*/ 3048001 h 3048001"/>
                  <a:gd name="connsiteX3" fmla="*/ 282243 w 1373178"/>
                  <a:gd name="connsiteY3" fmla="*/ 59961 h 304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178" h="3048001">
                    <a:moveTo>
                      <a:pt x="282243" y="59961"/>
                    </a:moveTo>
                    <a:lnTo>
                      <a:pt x="816893" y="0"/>
                    </a:lnTo>
                    <a:cubicBezTo>
                      <a:pt x="798467" y="1016000"/>
                      <a:pt x="2114167" y="2121942"/>
                      <a:pt x="761616" y="3048001"/>
                    </a:cubicBezTo>
                    <a:cubicBezTo>
                      <a:pt x="-717309" y="2546664"/>
                      <a:pt x="442034" y="1055974"/>
                      <a:pt x="282243" y="59961"/>
                    </a:cubicBezTo>
                    <a:close/>
                  </a:path>
                </a:pathLst>
              </a:cu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Oval 322">
                <a:extLst>
                  <a:ext uri="{FF2B5EF4-FFF2-40B4-BE49-F238E27FC236}">
                    <a16:creationId xmlns:a16="http://schemas.microsoft.com/office/drawing/2014/main" id="{B52A55D3-147E-460F-8DB5-F88B3C304F39}"/>
                  </a:ext>
                </a:extLst>
              </p:cNvPr>
              <p:cNvSpPr/>
              <p:nvPr/>
            </p:nvSpPr>
            <p:spPr>
              <a:xfrm>
                <a:off x="4570974" y="2874460"/>
                <a:ext cx="1244237" cy="880606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312A1B35-4C04-4080-A296-16099CF6E8DF}"/>
                  </a:ext>
                </a:extLst>
              </p:cNvPr>
              <p:cNvSpPr/>
              <p:nvPr/>
            </p:nvSpPr>
            <p:spPr>
              <a:xfrm>
                <a:off x="4236985" y="1508541"/>
                <a:ext cx="1813810" cy="1558977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508CEF0D-23F7-4CE0-BADC-126FDF499486}"/>
                </a:ext>
              </a:extLst>
            </p:cNvPr>
            <p:cNvGrpSpPr/>
            <p:nvPr/>
          </p:nvGrpSpPr>
          <p:grpSpPr>
            <a:xfrm>
              <a:off x="2852035" y="1806189"/>
              <a:ext cx="419847" cy="673204"/>
              <a:chOff x="2852035" y="1806189"/>
              <a:chExt cx="419847" cy="673204"/>
            </a:xfrm>
          </p:grpSpPr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564AC970-41C0-4C18-8CC3-163FCAEB3FB3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C6646ED0-1147-43AE-9A1A-E8F89E780B86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Arc 317">
                <a:extLst>
                  <a:ext uri="{FF2B5EF4-FFF2-40B4-BE49-F238E27FC236}">
                    <a16:creationId xmlns:a16="http://schemas.microsoft.com/office/drawing/2014/main" id="{215BD792-AB11-498B-9F04-FD3D31791271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609A33EE-3240-47C6-A4F0-3E8866937107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7209D923-E949-46C4-AC7C-4AFF3F618A70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0A1B5CED-6279-49A6-9368-11096255F092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48C91C32-32E3-4BC2-9F9D-7FD8F0270DAD}"/>
                </a:ext>
              </a:extLst>
            </p:cNvPr>
            <p:cNvGrpSpPr/>
            <p:nvPr/>
          </p:nvGrpSpPr>
          <p:grpSpPr>
            <a:xfrm flipH="1">
              <a:off x="3717061" y="1814966"/>
              <a:ext cx="419847" cy="673204"/>
              <a:chOff x="2852035" y="1806189"/>
              <a:chExt cx="419847" cy="673204"/>
            </a:xfrm>
          </p:grpSpPr>
          <p:sp>
            <p:nvSpPr>
              <p:cNvPr id="310" name="Arc 309">
                <a:extLst>
                  <a:ext uri="{FF2B5EF4-FFF2-40B4-BE49-F238E27FC236}">
                    <a16:creationId xmlns:a16="http://schemas.microsoft.com/office/drawing/2014/main" id="{675C83B5-7C97-4F67-A6B9-F94D7D7C1F75}"/>
                  </a:ext>
                </a:extLst>
              </p:cNvPr>
              <p:cNvSpPr/>
              <p:nvPr/>
            </p:nvSpPr>
            <p:spPr>
              <a:xfrm rot="15918763" flipH="1">
                <a:off x="2852035" y="1825643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Arc 310">
                <a:extLst>
                  <a:ext uri="{FF2B5EF4-FFF2-40B4-BE49-F238E27FC236}">
                    <a16:creationId xmlns:a16="http://schemas.microsoft.com/office/drawing/2014/main" id="{97520538-4541-439C-BA13-93C55B926E11}"/>
                  </a:ext>
                </a:extLst>
              </p:cNvPr>
              <p:cNvSpPr/>
              <p:nvPr/>
            </p:nvSpPr>
            <p:spPr>
              <a:xfrm rot="15918763" flipH="1">
                <a:off x="2905433" y="1811980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Arc 311">
                <a:extLst>
                  <a:ext uri="{FF2B5EF4-FFF2-40B4-BE49-F238E27FC236}">
                    <a16:creationId xmlns:a16="http://schemas.microsoft.com/office/drawing/2014/main" id="{8ACC1267-CCF3-490F-B601-FF4300DCFC39}"/>
                  </a:ext>
                </a:extLst>
              </p:cNvPr>
              <p:cNvSpPr/>
              <p:nvPr/>
            </p:nvSpPr>
            <p:spPr>
              <a:xfrm rot="15918763" flipH="1">
                <a:off x="2970079" y="1806189"/>
                <a:ext cx="272459" cy="272459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E0E7E93A-6620-4725-B9FE-3E861A9247A3}"/>
                  </a:ext>
                </a:extLst>
              </p:cNvPr>
              <p:cNvSpPr/>
              <p:nvPr/>
            </p:nvSpPr>
            <p:spPr>
              <a:xfrm>
                <a:off x="2962192" y="1903427"/>
                <a:ext cx="309690" cy="5759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96DB583-26CC-4F34-9810-C6FDFC7B9395}"/>
                  </a:ext>
                </a:extLst>
              </p:cNvPr>
              <p:cNvSpPr/>
              <p:nvPr/>
            </p:nvSpPr>
            <p:spPr>
              <a:xfrm>
                <a:off x="3034219" y="1997137"/>
                <a:ext cx="66339" cy="1233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BD868D58-5780-4E73-9DEE-2634B5EB5290}"/>
                  </a:ext>
                </a:extLst>
              </p:cNvPr>
              <p:cNvSpPr/>
              <p:nvPr/>
            </p:nvSpPr>
            <p:spPr>
              <a:xfrm flipH="1">
                <a:off x="3126866" y="2055139"/>
                <a:ext cx="45719" cy="8502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C35F9B7C-25C9-47F4-8FD2-C3A392C4B8FF}"/>
                </a:ext>
              </a:extLst>
            </p:cNvPr>
            <p:cNvSpPr/>
            <p:nvPr/>
          </p:nvSpPr>
          <p:spPr>
            <a:xfrm>
              <a:off x="3432710" y="2400300"/>
              <a:ext cx="83861" cy="133300"/>
            </a:xfrm>
            <a:custGeom>
              <a:avLst/>
              <a:gdLst>
                <a:gd name="connsiteX0" fmla="*/ 91654 w 128330"/>
                <a:gd name="connsiteY0" fmla="*/ 0 h 203985"/>
                <a:gd name="connsiteX1" fmla="*/ 214 w 128330"/>
                <a:gd name="connsiteY1" fmla="*/ 137160 h 203985"/>
                <a:gd name="connsiteX2" fmla="*/ 114514 w 128330"/>
                <a:gd name="connsiteY2" fmla="*/ 198120 h 203985"/>
                <a:gd name="connsiteX3" fmla="*/ 122134 w 128330"/>
                <a:gd name="connsiteY3" fmla="*/ 198120 h 20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330" h="203985">
                  <a:moveTo>
                    <a:pt x="91654" y="0"/>
                  </a:moveTo>
                  <a:cubicBezTo>
                    <a:pt x="44029" y="52070"/>
                    <a:pt x="-3596" y="104140"/>
                    <a:pt x="214" y="137160"/>
                  </a:cubicBezTo>
                  <a:cubicBezTo>
                    <a:pt x="4024" y="170180"/>
                    <a:pt x="94194" y="187960"/>
                    <a:pt x="114514" y="198120"/>
                  </a:cubicBezTo>
                  <a:cubicBezTo>
                    <a:pt x="134834" y="208280"/>
                    <a:pt x="128484" y="203200"/>
                    <a:pt x="122134" y="1981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Arc 289">
              <a:extLst>
                <a:ext uri="{FF2B5EF4-FFF2-40B4-BE49-F238E27FC236}">
                  <a16:creationId xmlns:a16="http://schemas.microsoft.com/office/drawing/2014/main" id="{E3FC903A-95FB-4790-8CEE-CA796DA61656}"/>
                </a:ext>
              </a:extLst>
            </p:cNvPr>
            <p:cNvSpPr/>
            <p:nvPr/>
          </p:nvSpPr>
          <p:spPr>
            <a:xfrm rot="8665773">
              <a:off x="3380686" y="2533127"/>
              <a:ext cx="227569" cy="227569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Arc 290">
              <a:extLst>
                <a:ext uri="{FF2B5EF4-FFF2-40B4-BE49-F238E27FC236}">
                  <a16:creationId xmlns:a16="http://schemas.microsoft.com/office/drawing/2014/main" id="{197AEF18-F9C0-4ED3-A519-40DCDB925333}"/>
                </a:ext>
              </a:extLst>
            </p:cNvPr>
            <p:cNvSpPr/>
            <p:nvPr/>
          </p:nvSpPr>
          <p:spPr>
            <a:xfrm rot="11786514">
              <a:off x="3598609" y="2645171"/>
              <a:ext cx="53152" cy="53152"/>
            </a:xfrm>
            <a:prstGeom prst="arc">
              <a:avLst>
                <a:gd name="adj1" fmla="val 14456735"/>
                <a:gd name="adj2" fmla="val 55942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3492D663-5E83-4160-B312-4788F8ECDB7E}"/>
                </a:ext>
              </a:extLst>
            </p:cNvPr>
            <p:cNvGrpSpPr/>
            <p:nvPr/>
          </p:nvGrpSpPr>
          <p:grpSpPr>
            <a:xfrm>
              <a:off x="-270759" y="1251016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CFC1197F-62F2-4AE2-BB78-61928B7C9D16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1303E3C6-5E49-485F-A150-9C8073702862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BCEDE86E-931B-4E0B-B2C2-569E7A4EB272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AB63F209-8130-429C-80AA-F0B31AADFDC3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F9ABD871-FA39-4BF8-8C3B-CBD882C4797B}"/>
                </a:ext>
              </a:extLst>
            </p:cNvPr>
            <p:cNvGrpSpPr/>
            <p:nvPr/>
          </p:nvGrpSpPr>
          <p:grpSpPr>
            <a:xfrm flipH="1">
              <a:off x="4541900" y="1220655"/>
              <a:ext cx="2737833" cy="2649447"/>
              <a:chOff x="-270759" y="1251016"/>
              <a:chExt cx="2737833" cy="2649447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DBCC75B3-0320-44BF-9D9A-6F0AC71D7590}"/>
                  </a:ext>
                </a:extLst>
              </p:cNvPr>
              <p:cNvSpPr/>
              <p:nvPr/>
            </p:nvSpPr>
            <p:spPr>
              <a:xfrm rot="20396152">
                <a:off x="1409340" y="3274449"/>
                <a:ext cx="1057734" cy="626014"/>
              </a:xfrm>
              <a:prstGeom prst="ellipse">
                <a:avLst/>
              </a:prstGeom>
              <a:solidFill>
                <a:srgbClr val="5C87D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A2579747-3E1C-415F-B85D-EA89E347BC2E}"/>
                  </a:ext>
                </a:extLst>
              </p:cNvPr>
              <p:cNvSpPr/>
              <p:nvPr/>
            </p:nvSpPr>
            <p:spPr>
              <a:xfrm rot="1862669">
                <a:off x="1191539" y="2090763"/>
                <a:ext cx="1190014" cy="704303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49315355-1E3B-4424-8321-77FB76797C46}"/>
                  </a:ext>
                </a:extLst>
              </p:cNvPr>
              <p:cNvSpPr/>
              <p:nvPr/>
            </p:nvSpPr>
            <p:spPr>
              <a:xfrm rot="4559591">
                <a:off x="-542726" y="1522983"/>
                <a:ext cx="1259066" cy="715132"/>
              </a:xfrm>
              <a:prstGeom prst="rect">
                <a:avLst/>
              </a:prstGeom>
              <a:solidFill>
                <a:srgbClr val="EF7E4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1D09798C-6338-4155-84C3-0F18FF2C5E58}"/>
                  </a:ext>
                </a:extLst>
              </p:cNvPr>
              <p:cNvSpPr/>
              <p:nvPr/>
            </p:nvSpPr>
            <p:spPr>
              <a:xfrm rot="19249669">
                <a:off x="-20771" y="3059250"/>
                <a:ext cx="786627" cy="786627"/>
              </a:xfrm>
              <a:prstGeom prst="rect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B56F6A5E-225D-433F-B2C4-5F8418A6AB7D}"/>
                </a:ext>
              </a:extLst>
            </p:cNvPr>
            <p:cNvGrpSpPr/>
            <p:nvPr/>
          </p:nvGrpSpPr>
          <p:grpSpPr>
            <a:xfrm flipH="1">
              <a:off x="4340260" y="4139249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192A9332-714A-41D8-A927-6073281E34A1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FC78E74F-CED8-4BA0-A717-5BBEFA3D2708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EBF561F-3424-4324-8175-E26D15CEF8D1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A0A8599-77F3-4FF2-B050-D015DB2A04EF}"/>
                </a:ext>
              </a:extLst>
            </p:cNvPr>
            <p:cNvGrpSpPr/>
            <p:nvPr/>
          </p:nvGrpSpPr>
          <p:grpSpPr>
            <a:xfrm>
              <a:off x="266594" y="4110885"/>
              <a:ext cx="2705001" cy="2276110"/>
              <a:chOff x="-203379" y="2185167"/>
              <a:chExt cx="2705001" cy="227611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5">
                    <a:lumMod val="40000"/>
                    <a:lumOff val="60000"/>
                  </a:schemeClr>
                </a:gs>
                <a:gs pos="70000">
                  <a:schemeClr val="accent5">
                    <a:lumMod val="60000"/>
                    <a:lumOff val="40000"/>
                  </a:schemeClr>
                </a:gs>
                <a:gs pos="100000">
                  <a:srgbClr val="BF31AB"/>
                </a:gs>
              </a:gsLst>
              <a:lin ang="5400000" scaled="1"/>
            </a:gradFill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A9D4B657-BE41-461C-92B1-910DFFEE6F0D}"/>
                  </a:ext>
                </a:extLst>
              </p:cNvPr>
              <p:cNvSpPr/>
              <p:nvPr/>
            </p:nvSpPr>
            <p:spPr>
              <a:xfrm rot="3780527">
                <a:off x="-202818" y="2641846"/>
                <a:ext cx="911424" cy="912546"/>
              </a:xfrm>
              <a:prstGeom prst="ellipse">
                <a:avLst/>
              </a:prstGeom>
              <a:solidFill>
                <a:srgbClr val="F6EFB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F33BAA07-C59B-4062-9E97-461E000C99A0}"/>
                  </a:ext>
                </a:extLst>
              </p:cNvPr>
              <p:cNvSpPr/>
              <p:nvPr/>
            </p:nvSpPr>
            <p:spPr>
              <a:xfrm rot="20396152">
                <a:off x="787712" y="3548731"/>
                <a:ext cx="911424" cy="912546"/>
              </a:xfrm>
              <a:prstGeom prst="ellipse">
                <a:avLst/>
              </a:prstGeom>
              <a:solidFill>
                <a:srgbClr val="DF7D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Isosceles Triangle 297">
                <a:extLst>
                  <a:ext uri="{FF2B5EF4-FFF2-40B4-BE49-F238E27FC236}">
                    <a16:creationId xmlns:a16="http://schemas.microsoft.com/office/drawing/2014/main" id="{0A48DD24-6039-4954-A813-2D9FDA89C6BC}"/>
                  </a:ext>
                </a:extLst>
              </p:cNvPr>
              <p:cNvSpPr/>
              <p:nvPr/>
            </p:nvSpPr>
            <p:spPr>
              <a:xfrm rot="2770515">
                <a:off x="1400950" y="2184490"/>
                <a:ext cx="1099995" cy="1101349"/>
              </a:xfrm>
              <a:prstGeom prst="triangle">
                <a:avLst/>
              </a:prstGeom>
              <a:solidFill>
                <a:srgbClr val="7EAD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35" name="Picture 334">
            <a:extLst>
              <a:ext uri="{FF2B5EF4-FFF2-40B4-BE49-F238E27FC236}">
                <a16:creationId xmlns:a16="http://schemas.microsoft.com/office/drawing/2014/main" id="{317B6094-EA99-4BE9-AE21-6F030077B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872" y="519606"/>
            <a:ext cx="1145206" cy="676242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6F2A7DF-B602-4C66-853C-FB1B53CA2A4D}"/>
              </a:ext>
            </a:extLst>
          </p:cNvPr>
          <p:cNvSpPr txBox="1"/>
          <p:nvPr/>
        </p:nvSpPr>
        <p:spPr>
          <a:xfrm>
            <a:off x="3681478" y="1099718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Blossomings.github.io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A8A486B-189A-41B5-9580-55081FBE5EA7}"/>
              </a:ext>
            </a:extLst>
          </p:cNvPr>
          <p:cNvSpPr txBox="1"/>
          <p:nvPr/>
        </p:nvSpPr>
        <p:spPr>
          <a:xfrm>
            <a:off x="390173" y="568228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DF22891-0A7E-4CC8-B55D-2351E2A5EEAF}"/>
              </a:ext>
            </a:extLst>
          </p:cNvPr>
          <p:cNvSpPr txBox="1"/>
          <p:nvPr/>
        </p:nvSpPr>
        <p:spPr>
          <a:xfrm rot="1178146">
            <a:off x="115116" y="1694863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A1C8F7-723F-4A76-9467-7A95128EBDF8}"/>
              </a:ext>
            </a:extLst>
          </p:cNvPr>
          <p:cNvSpPr txBox="1"/>
          <p:nvPr/>
        </p:nvSpPr>
        <p:spPr>
          <a:xfrm rot="19901268">
            <a:off x="8150925" y="1746322"/>
            <a:ext cx="178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  <a:alpha val="9000"/>
                  </a:schemeClr>
                </a:solidFill>
                <a:latin typeface="Calibri" panose="020F0502020204030204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176804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72" y="525903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3" y="1325961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5BCA49-43C1-4E2D-9D9E-DD2D01979AE0}"/>
              </a:ext>
            </a:extLst>
          </p:cNvPr>
          <p:cNvGrpSpPr/>
          <p:nvPr/>
        </p:nvGrpSpPr>
        <p:grpSpPr>
          <a:xfrm>
            <a:off x="592111" y="2747510"/>
            <a:ext cx="8874178" cy="3803220"/>
            <a:chOff x="1558976" y="3043003"/>
            <a:chExt cx="7345180" cy="3147935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A355FE-8E27-41D2-A3C0-1EDE8978571B}"/>
                </a:ext>
              </a:extLst>
            </p:cNvPr>
            <p:cNvSpPr/>
            <p:nvPr/>
          </p:nvSpPr>
          <p:spPr>
            <a:xfrm>
              <a:off x="1558977" y="3043003"/>
              <a:ext cx="876923" cy="674560"/>
            </a:xfrm>
            <a:custGeom>
              <a:avLst/>
              <a:gdLst>
                <a:gd name="connsiteX0" fmla="*/ 524666 w 876923"/>
                <a:gd name="connsiteY0" fmla="*/ 0 h 674560"/>
                <a:gd name="connsiteX1" fmla="*/ 866723 w 876923"/>
                <a:gd name="connsiteY1" fmla="*/ 0 h 674560"/>
                <a:gd name="connsiteX2" fmla="*/ 876923 w 876923"/>
                <a:gd name="connsiteY2" fmla="*/ 101186 h 674560"/>
                <a:gd name="connsiteX3" fmla="*/ 303549 w 876923"/>
                <a:gd name="connsiteY3" fmla="*/ 674560 h 674560"/>
                <a:gd name="connsiteX4" fmla="*/ 80366 w 876923"/>
                <a:gd name="connsiteY4" fmla="*/ 629501 h 674560"/>
                <a:gd name="connsiteX5" fmla="*/ 0 w 876923"/>
                <a:gd name="connsiteY5" fmla="*/ 585881 h 674560"/>
                <a:gd name="connsiteX6" fmla="*/ 0 w 876923"/>
                <a:gd name="connsiteY6" fmla="*/ 524666 h 674560"/>
                <a:gd name="connsiteX7" fmla="*/ 524666 w 876923"/>
                <a:gd name="connsiteY7" fmla="*/ 0 h 67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923" h="674560">
                  <a:moveTo>
                    <a:pt x="524666" y="0"/>
                  </a:moveTo>
                  <a:lnTo>
                    <a:pt x="866723" y="0"/>
                  </a:lnTo>
                  <a:lnTo>
                    <a:pt x="876923" y="101186"/>
                  </a:lnTo>
                  <a:cubicBezTo>
                    <a:pt x="876923" y="417852"/>
                    <a:pt x="620215" y="674560"/>
                    <a:pt x="303549" y="674560"/>
                  </a:cubicBezTo>
                  <a:cubicBezTo>
                    <a:pt x="224383" y="674560"/>
                    <a:pt x="148963" y="658516"/>
                    <a:pt x="80366" y="629501"/>
                  </a:cubicBezTo>
                  <a:lnTo>
                    <a:pt x="0" y="585881"/>
                  </a:lnTo>
                  <a:lnTo>
                    <a:pt x="0" y="524666"/>
                  </a:lnTo>
                  <a:cubicBezTo>
                    <a:pt x="0" y="234901"/>
                    <a:pt x="234901" y="0"/>
                    <a:pt x="5246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02A85E5-AFB4-40C1-AF4D-892D11D355D3}"/>
                </a:ext>
              </a:extLst>
            </p:cNvPr>
            <p:cNvSpPr/>
            <p:nvPr/>
          </p:nvSpPr>
          <p:spPr>
            <a:xfrm>
              <a:off x="4914772" y="3043003"/>
              <a:ext cx="2020180" cy="723279"/>
            </a:xfrm>
            <a:custGeom>
              <a:avLst/>
              <a:gdLst>
                <a:gd name="connsiteX0" fmla="*/ 0 w 2020180"/>
                <a:gd name="connsiteY0" fmla="*/ 0 h 723279"/>
                <a:gd name="connsiteX1" fmla="*/ 2020180 w 2020180"/>
                <a:gd name="connsiteY1" fmla="*/ 0 h 723279"/>
                <a:gd name="connsiteX2" fmla="*/ 1994207 w 2020180"/>
                <a:gd name="connsiteY2" fmla="*/ 70962 h 723279"/>
                <a:gd name="connsiteX3" fmla="*/ 1010090 w 2020180"/>
                <a:gd name="connsiteY3" fmla="*/ 723279 h 723279"/>
                <a:gd name="connsiteX4" fmla="*/ 25973 w 2020180"/>
                <a:gd name="connsiteY4" fmla="*/ 70962 h 723279"/>
                <a:gd name="connsiteX5" fmla="*/ 0 w 2020180"/>
                <a:gd name="connsiteY5" fmla="*/ 0 h 723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0180" h="723279">
                  <a:moveTo>
                    <a:pt x="0" y="0"/>
                  </a:moveTo>
                  <a:lnTo>
                    <a:pt x="2020180" y="0"/>
                  </a:lnTo>
                  <a:lnTo>
                    <a:pt x="1994207" y="70962"/>
                  </a:lnTo>
                  <a:cubicBezTo>
                    <a:pt x="1832069" y="454302"/>
                    <a:pt x="1452491" y="723279"/>
                    <a:pt x="1010090" y="723279"/>
                  </a:cubicBezTo>
                  <a:cubicBezTo>
                    <a:pt x="567689" y="723279"/>
                    <a:pt x="188112" y="454302"/>
                    <a:pt x="25973" y="70962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7B91551-CFC0-4BDE-B1B6-DEF71E18B928}"/>
                </a:ext>
              </a:extLst>
            </p:cNvPr>
            <p:cNvSpPr/>
            <p:nvPr/>
          </p:nvSpPr>
          <p:spPr>
            <a:xfrm>
              <a:off x="7575724" y="5257801"/>
              <a:ext cx="1328432" cy="933137"/>
            </a:xfrm>
            <a:custGeom>
              <a:avLst/>
              <a:gdLst>
                <a:gd name="connsiteX0" fmla="*/ 1058612 w 1328432"/>
                <a:gd name="connsiteY0" fmla="*/ 0 h 933137"/>
                <a:gd name="connsiteX1" fmla="*/ 1273861 w 1328432"/>
                <a:gd name="connsiteY1" fmla="*/ 21699 h 933137"/>
                <a:gd name="connsiteX2" fmla="*/ 1328432 w 1328432"/>
                <a:gd name="connsiteY2" fmla="*/ 35731 h 933137"/>
                <a:gd name="connsiteX3" fmla="*/ 1328432 w 1328432"/>
                <a:gd name="connsiteY3" fmla="*/ 408471 h 933137"/>
                <a:gd name="connsiteX4" fmla="*/ 803766 w 1328432"/>
                <a:gd name="connsiteY4" fmla="*/ 933137 h 933137"/>
                <a:gd name="connsiteX5" fmla="*/ 0 w 1328432"/>
                <a:gd name="connsiteY5" fmla="*/ 933137 h 933137"/>
                <a:gd name="connsiteX6" fmla="*/ 12261 w 1328432"/>
                <a:gd name="connsiteY6" fmla="*/ 852801 h 933137"/>
                <a:gd name="connsiteX7" fmla="*/ 1058612 w 1328432"/>
                <a:gd name="connsiteY7" fmla="*/ 0 h 933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8432" h="933137">
                  <a:moveTo>
                    <a:pt x="1058612" y="0"/>
                  </a:moveTo>
                  <a:cubicBezTo>
                    <a:pt x="1132345" y="0"/>
                    <a:pt x="1204334" y="7472"/>
                    <a:pt x="1273861" y="21699"/>
                  </a:cubicBezTo>
                  <a:lnTo>
                    <a:pt x="1328432" y="35731"/>
                  </a:lnTo>
                  <a:lnTo>
                    <a:pt x="1328432" y="408471"/>
                  </a:lnTo>
                  <a:cubicBezTo>
                    <a:pt x="1328432" y="698236"/>
                    <a:pt x="1093531" y="933137"/>
                    <a:pt x="803766" y="933137"/>
                  </a:cubicBezTo>
                  <a:lnTo>
                    <a:pt x="0" y="933137"/>
                  </a:lnTo>
                  <a:lnTo>
                    <a:pt x="12261" y="852801"/>
                  </a:lnTo>
                  <a:cubicBezTo>
                    <a:pt x="111853" y="366108"/>
                    <a:pt x="542478" y="0"/>
                    <a:pt x="10586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332A06D-1621-413F-BE6C-9EDD9A897F21}"/>
                </a:ext>
              </a:extLst>
            </p:cNvPr>
            <p:cNvSpPr/>
            <p:nvPr/>
          </p:nvSpPr>
          <p:spPr>
            <a:xfrm>
              <a:off x="2863120" y="5388962"/>
              <a:ext cx="1146748" cy="801976"/>
            </a:xfrm>
            <a:custGeom>
              <a:avLst/>
              <a:gdLst>
                <a:gd name="connsiteX0" fmla="*/ 573374 w 1146748"/>
                <a:gd name="connsiteY0" fmla="*/ 0 h 801976"/>
                <a:gd name="connsiteX1" fmla="*/ 1146748 w 1146748"/>
                <a:gd name="connsiteY1" fmla="*/ 573374 h 801976"/>
                <a:gd name="connsiteX2" fmla="*/ 1101689 w 1146748"/>
                <a:gd name="connsiteY2" fmla="*/ 796557 h 801976"/>
                <a:gd name="connsiteX3" fmla="*/ 1098748 w 1146748"/>
                <a:gd name="connsiteY3" fmla="*/ 801976 h 801976"/>
                <a:gd name="connsiteX4" fmla="*/ 48000 w 1146748"/>
                <a:gd name="connsiteY4" fmla="*/ 801976 h 801976"/>
                <a:gd name="connsiteX5" fmla="*/ 45059 w 1146748"/>
                <a:gd name="connsiteY5" fmla="*/ 796557 h 801976"/>
                <a:gd name="connsiteX6" fmla="*/ 0 w 1146748"/>
                <a:gd name="connsiteY6" fmla="*/ 573374 h 801976"/>
                <a:gd name="connsiteX7" fmla="*/ 573374 w 1146748"/>
                <a:gd name="connsiteY7" fmla="*/ 0 h 801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748" h="801976">
                  <a:moveTo>
                    <a:pt x="573374" y="0"/>
                  </a:moveTo>
                  <a:cubicBezTo>
                    <a:pt x="890040" y="0"/>
                    <a:pt x="1146748" y="256708"/>
                    <a:pt x="1146748" y="573374"/>
                  </a:cubicBezTo>
                  <a:cubicBezTo>
                    <a:pt x="1146748" y="652541"/>
                    <a:pt x="1130704" y="727960"/>
                    <a:pt x="1101689" y="796557"/>
                  </a:cubicBezTo>
                  <a:lnTo>
                    <a:pt x="1098748" y="801976"/>
                  </a:lnTo>
                  <a:lnTo>
                    <a:pt x="48000" y="801976"/>
                  </a:lnTo>
                  <a:lnTo>
                    <a:pt x="45059" y="796557"/>
                  </a:lnTo>
                  <a:cubicBezTo>
                    <a:pt x="16044" y="727960"/>
                    <a:pt x="0" y="652541"/>
                    <a:pt x="0" y="573374"/>
                  </a:cubicBezTo>
                  <a:cubicBezTo>
                    <a:pt x="0" y="256708"/>
                    <a:pt x="256708" y="0"/>
                    <a:pt x="5733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982118-1D50-4D4E-BC84-BB7A3FBA30A2}"/>
                </a:ext>
              </a:extLst>
            </p:cNvPr>
            <p:cNvSpPr/>
            <p:nvPr/>
          </p:nvSpPr>
          <p:spPr>
            <a:xfrm>
              <a:off x="1558976" y="3043003"/>
              <a:ext cx="7345180" cy="3147935"/>
            </a:xfrm>
            <a:custGeom>
              <a:avLst/>
              <a:gdLst>
                <a:gd name="connsiteX0" fmla="*/ 866723 w 7345180"/>
                <a:gd name="connsiteY0" fmla="*/ 0 h 3147935"/>
                <a:gd name="connsiteX1" fmla="*/ 3355796 w 7345180"/>
                <a:gd name="connsiteY1" fmla="*/ 0 h 3147935"/>
                <a:gd name="connsiteX2" fmla="*/ 3381769 w 7345180"/>
                <a:gd name="connsiteY2" fmla="*/ 70962 h 3147935"/>
                <a:gd name="connsiteX3" fmla="*/ 4365886 w 7345180"/>
                <a:gd name="connsiteY3" fmla="*/ 723279 h 3147935"/>
                <a:gd name="connsiteX4" fmla="*/ 5350003 w 7345180"/>
                <a:gd name="connsiteY4" fmla="*/ 70962 h 3147935"/>
                <a:gd name="connsiteX5" fmla="*/ 5375976 w 7345180"/>
                <a:gd name="connsiteY5" fmla="*/ 0 h 3147935"/>
                <a:gd name="connsiteX6" fmla="*/ 6820514 w 7345180"/>
                <a:gd name="connsiteY6" fmla="*/ 0 h 3147935"/>
                <a:gd name="connsiteX7" fmla="*/ 7345180 w 7345180"/>
                <a:gd name="connsiteY7" fmla="*/ 524666 h 3147935"/>
                <a:gd name="connsiteX8" fmla="*/ 7345180 w 7345180"/>
                <a:gd name="connsiteY8" fmla="*/ 2250529 h 3147935"/>
                <a:gd name="connsiteX9" fmla="*/ 7290609 w 7345180"/>
                <a:gd name="connsiteY9" fmla="*/ 2236497 h 3147935"/>
                <a:gd name="connsiteX10" fmla="*/ 7075360 w 7345180"/>
                <a:gd name="connsiteY10" fmla="*/ 2214798 h 3147935"/>
                <a:gd name="connsiteX11" fmla="*/ 6029009 w 7345180"/>
                <a:gd name="connsiteY11" fmla="*/ 3067599 h 3147935"/>
                <a:gd name="connsiteX12" fmla="*/ 6016748 w 7345180"/>
                <a:gd name="connsiteY12" fmla="*/ 3147935 h 3147935"/>
                <a:gd name="connsiteX13" fmla="*/ 2402892 w 7345180"/>
                <a:gd name="connsiteY13" fmla="*/ 3147935 h 3147935"/>
                <a:gd name="connsiteX14" fmla="*/ 2405833 w 7345180"/>
                <a:gd name="connsiteY14" fmla="*/ 3142516 h 3147935"/>
                <a:gd name="connsiteX15" fmla="*/ 2450892 w 7345180"/>
                <a:gd name="connsiteY15" fmla="*/ 2919333 h 3147935"/>
                <a:gd name="connsiteX16" fmla="*/ 1877518 w 7345180"/>
                <a:gd name="connsiteY16" fmla="*/ 2345959 h 3147935"/>
                <a:gd name="connsiteX17" fmla="*/ 1304144 w 7345180"/>
                <a:gd name="connsiteY17" fmla="*/ 2919333 h 3147935"/>
                <a:gd name="connsiteX18" fmla="*/ 1349203 w 7345180"/>
                <a:gd name="connsiteY18" fmla="*/ 3142516 h 3147935"/>
                <a:gd name="connsiteX19" fmla="*/ 1352144 w 7345180"/>
                <a:gd name="connsiteY19" fmla="*/ 3147935 h 3147935"/>
                <a:gd name="connsiteX20" fmla="*/ 524666 w 7345180"/>
                <a:gd name="connsiteY20" fmla="*/ 3147935 h 3147935"/>
                <a:gd name="connsiteX21" fmla="*/ 0 w 7345180"/>
                <a:gd name="connsiteY21" fmla="*/ 2623269 h 3147935"/>
                <a:gd name="connsiteX22" fmla="*/ 0 w 7345180"/>
                <a:gd name="connsiteY22" fmla="*/ 585881 h 3147935"/>
                <a:gd name="connsiteX23" fmla="*/ 80366 w 7345180"/>
                <a:gd name="connsiteY23" fmla="*/ 629501 h 3147935"/>
                <a:gd name="connsiteX24" fmla="*/ 303549 w 7345180"/>
                <a:gd name="connsiteY24" fmla="*/ 674560 h 3147935"/>
                <a:gd name="connsiteX25" fmla="*/ 876923 w 7345180"/>
                <a:gd name="connsiteY25" fmla="*/ 101186 h 3147935"/>
                <a:gd name="connsiteX26" fmla="*/ 866723 w 7345180"/>
                <a:gd name="connsiteY26" fmla="*/ 0 h 3147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45180" h="3147935">
                  <a:moveTo>
                    <a:pt x="866723" y="0"/>
                  </a:moveTo>
                  <a:lnTo>
                    <a:pt x="3355796" y="0"/>
                  </a:lnTo>
                  <a:lnTo>
                    <a:pt x="3381769" y="70962"/>
                  </a:lnTo>
                  <a:cubicBezTo>
                    <a:pt x="3543908" y="454302"/>
                    <a:pt x="3923485" y="723279"/>
                    <a:pt x="4365886" y="723279"/>
                  </a:cubicBezTo>
                  <a:cubicBezTo>
                    <a:pt x="4808287" y="723279"/>
                    <a:pt x="5187865" y="454302"/>
                    <a:pt x="5350003" y="70962"/>
                  </a:cubicBezTo>
                  <a:lnTo>
                    <a:pt x="5375976" y="0"/>
                  </a:lnTo>
                  <a:lnTo>
                    <a:pt x="6820514" y="0"/>
                  </a:lnTo>
                  <a:cubicBezTo>
                    <a:pt x="7110279" y="0"/>
                    <a:pt x="7345180" y="234901"/>
                    <a:pt x="7345180" y="524666"/>
                  </a:cubicBezTo>
                  <a:lnTo>
                    <a:pt x="7345180" y="2250529"/>
                  </a:lnTo>
                  <a:lnTo>
                    <a:pt x="7290609" y="2236497"/>
                  </a:lnTo>
                  <a:cubicBezTo>
                    <a:pt x="7221082" y="2222270"/>
                    <a:pt x="7149093" y="2214798"/>
                    <a:pt x="7075360" y="2214798"/>
                  </a:cubicBezTo>
                  <a:cubicBezTo>
                    <a:pt x="6559226" y="2214798"/>
                    <a:pt x="6128601" y="2580906"/>
                    <a:pt x="6029009" y="3067599"/>
                  </a:cubicBezTo>
                  <a:lnTo>
                    <a:pt x="6016748" y="3147935"/>
                  </a:lnTo>
                  <a:lnTo>
                    <a:pt x="2402892" y="3147935"/>
                  </a:lnTo>
                  <a:lnTo>
                    <a:pt x="2405833" y="3142516"/>
                  </a:lnTo>
                  <a:cubicBezTo>
                    <a:pt x="2434848" y="3073919"/>
                    <a:pt x="2450892" y="2998500"/>
                    <a:pt x="2450892" y="2919333"/>
                  </a:cubicBezTo>
                  <a:cubicBezTo>
                    <a:pt x="2450892" y="2602667"/>
                    <a:pt x="2194184" y="2345959"/>
                    <a:pt x="1877518" y="2345959"/>
                  </a:cubicBezTo>
                  <a:cubicBezTo>
                    <a:pt x="1560852" y="2345959"/>
                    <a:pt x="1304144" y="2602667"/>
                    <a:pt x="1304144" y="2919333"/>
                  </a:cubicBezTo>
                  <a:cubicBezTo>
                    <a:pt x="1304144" y="2998500"/>
                    <a:pt x="1320188" y="3073919"/>
                    <a:pt x="1349203" y="3142516"/>
                  </a:cubicBezTo>
                  <a:lnTo>
                    <a:pt x="1352144" y="3147935"/>
                  </a:lnTo>
                  <a:lnTo>
                    <a:pt x="524666" y="3147935"/>
                  </a:lnTo>
                  <a:cubicBezTo>
                    <a:pt x="234901" y="3147935"/>
                    <a:pt x="0" y="2913034"/>
                    <a:pt x="0" y="2623269"/>
                  </a:cubicBezTo>
                  <a:lnTo>
                    <a:pt x="0" y="585881"/>
                  </a:lnTo>
                  <a:lnTo>
                    <a:pt x="80366" y="629501"/>
                  </a:lnTo>
                  <a:cubicBezTo>
                    <a:pt x="148963" y="658516"/>
                    <a:pt x="224383" y="674560"/>
                    <a:pt x="303549" y="674560"/>
                  </a:cubicBezTo>
                  <a:cubicBezTo>
                    <a:pt x="620215" y="674560"/>
                    <a:pt x="876923" y="417852"/>
                    <a:pt x="876923" y="101186"/>
                  </a:cubicBezTo>
                  <a:lnTo>
                    <a:pt x="86672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460C3C-ABC5-498E-ABD9-403C687E538B}"/>
                </a:ext>
              </a:extLst>
            </p:cNvPr>
            <p:cNvSpPr/>
            <p:nvPr/>
          </p:nvSpPr>
          <p:spPr>
            <a:xfrm>
              <a:off x="1693889" y="4189750"/>
              <a:ext cx="614596" cy="614596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3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3">
                    <a:lumMod val="40000"/>
                    <a:lumOff val="6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B4ADBB-376F-4FD9-8101-A13FB9127BF9}"/>
                </a:ext>
              </a:extLst>
            </p:cNvPr>
            <p:cNvSpPr/>
            <p:nvPr/>
          </p:nvSpPr>
          <p:spPr>
            <a:xfrm>
              <a:off x="5606327" y="5396457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rgbClr val="C6AE2C">
                    <a:tint val="66000"/>
                    <a:satMod val="160000"/>
                  </a:srgbClr>
                </a:gs>
                <a:gs pos="50000">
                  <a:srgbClr val="C6AE2C">
                    <a:tint val="44500"/>
                    <a:satMod val="160000"/>
                  </a:srgbClr>
                </a:gs>
                <a:gs pos="100000">
                  <a:srgbClr val="C6AE2C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9DC98-583D-421E-8108-17DAE73D6894}"/>
                </a:ext>
              </a:extLst>
            </p:cNvPr>
            <p:cNvSpPr/>
            <p:nvPr/>
          </p:nvSpPr>
          <p:spPr>
            <a:xfrm>
              <a:off x="8020757" y="3177916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5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5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DE317B-883E-4823-A442-075ADC81C826}"/>
              </a:ext>
            </a:extLst>
          </p:cNvPr>
          <p:cNvSpPr/>
          <p:nvPr/>
        </p:nvSpPr>
        <p:spPr>
          <a:xfrm>
            <a:off x="1481726" y="3800189"/>
            <a:ext cx="7390342" cy="16978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Please note: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PDF is copyrighted by blossomings.github.io and is for personal use only. Please do not upload it to any other website, socials or file-sharing service. Thanks!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9505C3-357A-4649-8E31-5F1E27B37ABE}"/>
              </a:ext>
            </a:extLst>
          </p:cNvPr>
          <p:cNvSpPr txBox="1"/>
          <p:nvPr/>
        </p:nvSpPr>
        <p:spPr>
          <a:xfrm rot="16200000">
            <a:off x="-871847" y="378749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CE89CE0-03A3-4810-B19E-D874DC4B61D8}"/>
              </a:ext>
            </a:extLst>
          </p:cNvPr>
          <p:cNvSpPr txBox="1"/>
          <p:nvPr/>
        </p:nvSpPr>
        <p:spPr>
          <a:xfrm>
            <a:off x="5550450" y="280464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E59F75E-EE46-4962-A3A3-C05EA530B945}"/>
              </a:ext>
            </a:extLst>
          </p:cNvPr>
          <p:cNvSpPr txBox="1"/>
          <p:nvPr/>
        </p:nvSpPr>
        <p:spPr>
          <a:xfrm>
            <a:off x="5510214" y="548204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76129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856</TotalTime>
  <Words>160</Words>
  <Application>Microsoft Office PowerPoint</Application>
  <PresentationFormat>Custom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169</cp:revision>
  <dcterms:created xsi:type="dcterms:W3CDTF">2025-02-18T12:00:50Z</dcterms:created>
  <dcterms:modified xsi:type="dcterms:W3CDTF">2025-04-10T06:35:59Z</dcterms:modified>
</cp:coreProperties>
</file>