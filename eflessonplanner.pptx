
<file path=[Content_Types].xml><?xml version="1.0" encoding="utf-8"?>
<Types xmlns="http://schemas.openxmlformats.org/package/2006/content-types">
  <Default Extension="ico" ContentType="image/x-icon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98" r:id="rId2"/>
    <p:sldId id="313" r:id="rId3"/>
    <p:sldId id="314" r:id="rId4"/>
    <p:sldId id="315" r:id="rId5"/>
    <p:sldId id="316" r:id="rId6"/>
  </p:sldIdLst>
  <p:sldSz cx="10058400" cy="7772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61"/>
    <a:srgbClr val="FF5757"/>
    <a:srgbClr val="FFFF3F"/>
    <a:srgbClr val="BF31AB"/>
    <a:srgbClr val="C6AE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140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1272011"/>
            <a:ext cx="8549640" cy="2705947"/>
          </a:xfrm>
        </p:spPr>
        <p:txBody>
          <a:bodyPr anchor="b"/>
          <a:lstStyle>
            <a:lvl1pPr algn="ctr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7300" y="4082310"/>
            <a:ext cx="7543800" cy="1876530"/>
          </a:xfrm>
        </p:spPr>
        <p:txBody>
          <a:bodyPr/>
          <a:lstStyle>
            <a:lvl1pPr marL="0" indent="0" algn="ctr">
              <a:buNone/>
              <a:defRPr sz="2640"/>
            </a:lvl1pPr>
            <a:lvl2pPr marL="502920" indent="0" algn="ctr">
              <a:buNone/>
              <a:defRPr sz="2200"/>
            </a:lvl2pPr>
            <a:lvl3pPr marL="1005840" indent="0" algn="ctr">
              <a:buNone/>
              <a:defRPr sz="1980"/>
            </a:lvl3pPr>
            <a:lvl4pPr marL="1508760" indent="0" algn="ctr">
              <a:buNone/>
              <a:defRPr sz="1760"/>
            </a:lvl4pPr>
            <a:lvl5pPr marL="2011680" indent="0" algn="ctr">
              <a:buNone/>
              <a:defRPr sz="1760"/>
            </a:lvl5pPr>
            <a:lvl6pPr marL="2514600" indent="0" algn="ctr">
              <a:buNone/>
              <a:defRPr sz="1760"/>
            </a:lvl6pPr>
            <a:lvl7pPr marL="3017520" indent="0" algn="ctr">
              <a:buNone/>
              <a:defRPr sz="1760"/>
            </a:lvl7pPr>
            <a:lvl8pPr marL="3520440" indent="0" algn="ctr">
              <a:buNone/>
              <a:defRPr sz="1760"/>
            </a:lvl8pPr>
            <a:lvl9pPr marL="4023360" indent="0" algn="ctr">
              <a:buNone/>
              <a:defRPr sz="17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7A8E7-1EE1-49F7-A207-B4B55EFB1A41}" type="datetimeFigureOut">
              <a:rPr lang="en-US" smtClean="0"/>
              <a:t>4/6/2025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C0CE-F2FB-49C0-A54D-F2EE62D747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9936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7A8E7-1EE1-49F7-A207-B4B55EFB1A41}" type="datetimeFigureOut">
              <a:rPr lang="en-US" smtClean="0"/>
              <a:t>4/6/2025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C0CE-F2FB-49C0-A54D-F2EE62D747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3257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277" y="1937705"/>
            <a:ext cx="8675370" cy="3233102"/>
          </a:xfrm>
        </p:spPr>
        <p:txBody>
          <a:bodyPr anchor="b"/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6277" y="5201393"/>
            <a:ext cx="8675370" cy="1700212"/>
          </a:xfrm>
        </p:spPr>
        <p:txBody>
          <a:bodyPr/>
          <a:lstStyle>
            <a:lvl1pPr marL="0" indent="0">
              <a:buNone/>
              <a:defRPr sz="2640">
                <a:solidFill>
                  <a:schemeClr val="tx1">
                    <a:tint val="82000"/>
                  </a:schemeClr>
                </a:solidFill>
              </a:defRPr>
            </a:lvl1pPr>
            <a:lvl2pPr marL="502920" indent="0">
              <a:buNone/>
              <a:defRPr sz="2200">
                <a:solidFill>
                  <a:schemeClr val="tx1">
                    <a:tint val="82000"/>
                  </a:schemeClr>
                </a:solidFill>
              </a:defRPr>
            </a:lvl2pPr>
            <a:lvl3pPr marL="1005840" indent="0">
              <a:buNone/>
              <a:defRPr sz="1980">
                <a:solidFill>
                  <a:schemeClr val="tx1">
                    <a:tint val="82000"/>
                  </a:schemeClr>
                </a:solidFill>
              </a:defRPr>
            </a:lvl3pPr>
            <a:lvl4pPr marL="1508760" indent="0">
              <a:buNone/>
              <a:defRPr sz="1760">
                <a:solidFill>
                  <a:schemeClr val="tx1">
                    <a:tint val="82000"/>
                  </a:schemeClr>
                </a:solidFill>
              </a:defRPr>
            </a:lvl4pPr>
            <a:lvl5pPr marL="2011680" indent="0">
              <a:buNone/>
              <a:defRPr sz="1760">
                <a:solidFill>
                  <a:schemeClr val="tx1">
                    <a:tint val="82000"/>
                  </a:schemeClr>
                </a:solidFill>
              </a:defRPr>
            </a:lvl5pPr>
            <a:lvl6pPr marL="2514600" indent="0">
              <a:buNone/>
              <a:defRPr sz="1760">
                <a:solidFill>
                  <a:schemeClr val="tx1">
                    <a:tint val="82000"/>
                  </a:schemeClr>
                </a:solidFill>
              </a:defRPr>
            </a:lvl6pPr>
            <a:lvl7pPr marL="3017520" indent="0">
              <a:buNone/>
              <a:defRPr sz="1760">
                <a:solidFill>
                  <a:schemeClr val="tx1">
                    <a:tint val="82000"/>
                  </a:schemeClr>
                </a:solidFill>
              </a:defRPr>
            </a:lvl7pPr>
            <a:lvl8pPr marL="3520440" indent="0">
              <a:buNone/>
              <a:defRPr sz="1760">
                <a:solidFill>
                  <a:schemeClr val="tx1">
                    <a:tint val="82000"/>
                  </a:schemeClr>
                </a:solidFill>
              </a:defRPr>
            </a:lvl8pPr>
            <a:lvl9pPr marL="4023360" indent="0">
              <a:buNone/>
              <a:defRPr sz="176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7A8E7-1EE1-49F7-A207-B4B55EFB1A41}" type="datetimeFigureOut">
              <a:rPr lang="en-US" smtClean="0"/>
              <a:t>4/6/2025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C0CE-F2FB-49C0-A54D-F2EE62D747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709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151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206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7A8E7-1EE1-49F7-A207-B4B55EFB1A41}" type="datetimeFigureOut">
              <a:rPr lang="en-US" smtClean="0"/>
              <a:t>4/6/2025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C0CE-F2FB-49C0-A54D-F2EE62D747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9644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413810"/>
            <a:ext cx="8675370" cy="1502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2826" y="1905318"/>
            <a:ext cx="4255174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920" indent="0">
              <a:buNone/>
              <a:defRPr sz="2200" b="1"/>
            </a:lvl2pPr>
            <a:lvl3pPr marL="1005840" indent="0">
              <a:buNone/>
              <a:defRPr sz="1980" b="1"/>
            </a:lvl3pPr>
            <a:lvl4pPr marL="1508760" indent="0">
              <a:buNone/>
              <a:defRPr sz="1760" b="1"/>
            </a:lvl4pPr>
            <a:lvl5pPr marL="2011680" indent="0">
              <a:buNone/>
              <a:defRPr sz="1760" b="1"/>
            </a:lvl5pPr>
            <a:lvl6pPr marL="2514600" indent="0">
              <a:buNone/>
              <a:defRPr sz="1760" b="1"/>
            </a:lvl6pPr>
            <a:lvl7pPr marL="3017520" indent="0">
              <a:buNone/>
              <a:defRPr sz="1760" b="1"/>
            </a:lvl7pPr>
            <a:lvl8pPr marL="3520440" indent="0">
              <a:buNone/>
              <a:defRPr sz="1760" b="1"/>
            </a:lvl8pPr>
            <a:lvl9pPr marL="4023360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2826" y="2839085"/>
            <a:ext cx="4255174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2066" y="1905318"/>
            <a:ext cx="4276130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920" indent="0">
              <a:buNone/>
              <a:defRPr sz="2200" b="1"/>
            </a:lvl2pPr>
            <a:lvl3pPr marL="1005840" indent="0">
              <a:buNone/>
              <a:defRPr sz="1980" b="1"/>
            </a:lvl3pPr>
            <a:lvl4pPr marL="1508760" indent="0">
              <a:buNone/>
              <a:defRPr sz="1760" b="1"/>
            </a:lvl4pPr>
            <a:lvl5pPr marL="2011680" indent="0">
              <a:buNone/>
              <a:defRPr sz="1760" b="1"/>
            </a:lvl5pPr>
            <a:lvl6pPr marL="2514600" indent="0">
              <a:buNone/>
              <a:defRPr sz="1760" b="1"/>
            </a:lvl6pPr>
            <a:lvl7pPr marL="3017520" indent="0">
              <a:buNone/>
              <a:defRPr sz="1760" b="1"/>
            </a:lvl7pPr>
            <a:lvl8pPr marL="3520440" indent="0">
              <a:buNone/>
              <a:defRPr sz="1760" b="1"/>
            </a:lvl8pPr>
            <a:lvl9pPr marL="4023360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2066" y="2839085"/>
            <a:ext cx="4276130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7A8E7-1EE1-49F7-A207-B4B55EFB1A41}" type="datetimeFigureOut">
              <a:rPr lang="en-US" smtClean="0"/>
              <a:t>4/6/2025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C0CE-F2FB-49C0-A54D-F2EE62D747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905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7A8E7-1EE1-49F7-A207-B4B55EFB1A41}" type="datetimeFigureOut">
              <a:rPr lang="en-US" smtClean="0"/>
              <a:t>4/6/2025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C0CE-F2FB-49C0-A54D-F2EE62D747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6976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7A8E7-1EE1-49F7-A207-B4B55EFB1A41}" type="datetimeFigureOut">
              <a:rPr lang="en-US" smtClean="0"/>
              <a:t>4/6/2025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C0CE-F2FB-49C0-A54D-F2EE62D747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3542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76130" y="1119083"/>
            <a:ext cx="5092065" cy="5523442"/>
          </a:xfrm>
        </p:spPr>
        <p:txBody>
          <a:bodyPr/>
          <a:lstStyle>
            <a:lvl1pPr>
              <a:defRPr sz="3520"/>
            </a:lvl1pPr>
            <a:lvl2pPr>
              <a:defRPr sz="3080"/>
            </a:lvl2pPr>
            <a:lvl3pPr>
              <a:defRPr sz="264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920" indent="0">
              <a:buNone/>
              <a:defRPr sz="1540"/>
            </a:lvl2pPr>
            <a:lvl3pPr marL="1005840" indent="0">
              <a:buNone/>
              <a:defRPr sz="1320"/>
            </a:lvl3pPr>
            <a:lvl4pPr marL="1508760" indent="0">
              <a:buNone/>
              <a:defRPr sz="1100"/>
            </a:lvl4pPr>
            <a:lvl5pPr marL="2011680" indent="0">
              <a:buNone/>
              <a:defRPr sz="1100"/>
            </a:lvl5pPr>
            <a:lvl6pPr marL="2514600" indent="0">
              <a:buNone/>
              <a:defRPr sz="1100"/>
            </a:lvl6pPr>
            <a:lvl7pPr marL="3017520" indent="0">
              <a:buNone/>
              <a:defRPr sz="1100"/>
            </a:lvl7pPr>
            <a:lvl8pPr marL="3520440" indent="0">
              <a:buNone/>
              <a:defRPr sz="1100"/>
            </a:lvl8pPr>
            <a:lvl9pPr marL="4023360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7A8E7-1EE1-49F7-A207-B4B55EFB1A41}" type="datetimeFigureOut">
              <a:rPr lang="en-US" smtClean="0"/>
              <a:t>4/6/2025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C0CE-F2FB-49C0-A54D-F2EE62D747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4579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76130" y="1119083"/>
            <a:ext cx="5092065" cy="5523442"/>
          </a:xfrm>
        </p:spPr>
        <p:txBody>
          <a:bodyPr anchor="t"/>
          <a:lstStyle>
            <a:lvl1pPr marL="0" indent="0">
              <a:buNone/>
              <a:defRPr sz="3520"/>
            </a:lvl1pPr>
            <a:lvl2pPr marL="502920" indent="0">
              <a:buNone/>
              <a:defRPr sz="3080"/>
            </a:lvl2pPr>
            <a:lvl3pPr marL="1005840" indent="0">
              <a:buNone/>
              <a:defRPr sz="2640"/>
            </a:lvl3pPr>
            <a:lvl4pPr marL="1508760" indent="0">
              <a:buNone/>
              <a:defRPr sz="2200"/>
            </a:lvl4pPr>
            <a:lvl5pPr marL="2011680" indent="0">
              <a:buNone/>
              <a:defRPr sz="2200"/>
            </a:lvl5pPr>
            <a:lvl6pPr marL="2514600" indent="0">
              <a:buNone/>
              <a:defRPr sz="2200"/>
            </a:lvl6pPr>
            <a:lvl7pPr marL="3017520" indent="0">
              <a:buNone/>
              <a:defRPr sz="2200"/>
            </a:lvl7pPr>
            <a:lvl8pPr marL="3520440" indent="0">
              <a:buNone/>
              <a:defRPr sz="2200"/>
            </a:lvl8pPr>
            <a:lvl9pPr marL="4023360" indent="0">
              <a:buNone/>
              <a:defRPr sz="2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920" indent="0">
              <a:buNone/>
              <a:defRPr sz="1540"/>
            </a:lvl2pPr>
            <a:lvl3pPr marL="1005840" indent="0">
              <a:buNone/>
              <a:defRPr sz="1320"/>
            </a:lvl3pPr>
            <a:lvl4pPr marL="1508760" indent="0">
              <a:buNone/>
              <a:defRPr sz="1100"/>
            </a:lvl4pPr>
            <a:lvl5pPr marL="2011680" indent="0">
              <a:buNone/>
              <a:defRPr sz="1100"/>
            </a:lvl5pPr>
            <a:lvl6pPr marL="2514600" indent="0">
              <a:buNone/>
              <a:defRPr sz="1100"/>
            </a:lvl6pPr>
            <a:lvl7pPr marL="3017520" indent="0">
              <a:buNone/>
              <a:defRPr sz="1100"/>
            </a:lvl7pPr>
            <a:lvl8pPr marL="3520440" indent="0">
              <a:buNone/>
              <a:defRPr sz="1100"/>
            </a:lvl8pPr>
            <a:lvl9pPr marL="4023360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7A8E7-1EE1-49F7-A207-B4B55EFB1A41}" type="datetimeFigureOut">
              <a:rPr lang="en-US" smtClean="0"/>
              <a:t>4/6/2025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C0CE-F2FB-49C0-A54D-F2EE62D747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9667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7A8E7-1EE1-49F7-A207-B4B55EFB1A41}" type="datetimeFigureOut">
              <a:rPr lang="en-US" smtClean="0"/>
              <a:t>4/6/2025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C0CE-F2FB-49C0-A54D-F2EE62D747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0136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98043" y="413808"/>
            <a:ext cx="2168843" cy="65867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1515" y="413808"/>
            <a:ext cx="6380798" cy="65867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7A8E7-1EE1-49F7-A207-B4B55EFB1A41}" type="datetimeFigureOut">
              <a:rPr lang="en-US" smtClean="0"/>
              <a:t>4/6/2025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C0CE-F2FB-49C0-A54D-F2EE62D747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7761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1515" y="413810"/>
            <a:ext cx="8675370" cy="1502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1515" y="2069042"/>
            <a:ext cx="8675370" cy="49315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151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67A8E7-1EE1-49F7-A207-B4B55EFB1A41}" type="datetimeFigureOut">
              <a:rPr lang="en-US" smtClean="0"/>
              <a:t>4/6/2025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31845" y="7203865"/>
            <a:ext cx="339471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374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17C0CE-F2FB-49C0-A54D-F2EE62D747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169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005840" rtl="0" eaLnBrk="1" latinLnBrk="0" hangingPunct="1">
        <a:lnSpc>
          <a:spcPct val="90000"/>
        </a:lnSpc>
        <a:spcBef>
          <a:spcPct val="0"/>
        </a:spcBef>
        <a:buNone/>
        <a:defRPr sz="48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460" indent="-251460" algn="l" defTabSz="1005840" rtl="0" eaLnBrk="1" latinLnBrk="0" hangingPunct="1">
        <a:lnSpc>
          <a:spcPct val="90000"/>
        </a:lnSpc>
        <a:spcBef>
          <a:spcPts val="1100"/>
        </a:spcBef>
        <a:buFont typeface="Arial" panose="020B0604020202020204" pitchFamily="34" charset="0"/>
        <a:buChar char="•"/>
        <a:defRPr sz="3080" kern="1200">
          <a:solidFill>
            <a:schemeClr val="tx1"/>
          </a:solidFill>
          <a:latin typeface="+mn-lt"/>
          <a:ea typeface="+mn-ea"/>
          <a:cs typeface="+mn-cs"/>
        </a:defRPr>
      </a:lvl1pPr>
      <a:lvl2pPr marL="7543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+mn-lt"/>
          <a:ea typeface="+mn-ea"/>
          <a:cs typeface="+mn-cs"/>
        </a:defRPr>
      </a:lvl2pPr>
      <a:lvl3pPr marL="12573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7602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26314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76606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2689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7719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2748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3pPr>
      <a:lvl4pPr marL="15087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01168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0175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5204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0233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ico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ico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ico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ico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AD9A31A-7608-4B79-B5C7-9F01179B140A}"/>
              </a:ext>
            </a:extLst>
          </p:cNvPr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3F97CBE-E4BC-451B-8C3A-C1CE6006B557}"/>
              </a:ext>
            </a:extLst>
          </p:cNvPr>
          <p:cNvSpPr/>
          <p:nvPr/>
        </p:nvSpPr>
        <p:spPr>
          <a:xfrm>
            <a:off x="-67010" y="217150"/>
            <a:ext cx="10058400" cy="100908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softEdge rad="101600"/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4CCB88C-4CF5-4D22-8871-C7098F67AC28}"/>
              </a:ext>
            </a:extLst>
          </p:cNvPr>
          <p:cNvSpPr txBox="1"/>
          <p:nvPr/>
        </p:nvSpPr>
        <p:spPr>
          <a:xfrm>
            <a:off x="0" y="152796"/>
            <a:ext cx="10058400" cy="1015663"/>
          </a:xfrm>
          <a:prstGeom prst="rect">
            <a:avLst/>
          </a:prstGeom>
          <a:noFill/>
          <a:ln>
            <a:noFill/>
          </a:ln>
          <a:effectLst>
            <a:softEdge rad="457200"/>
          </a:effectLst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0" i="0" u="none" strike="noStrike" kern="1200" cap="none" spc="0" normalizeH="0" baseline="0" noProof="0" dirty="0">
                <a:ln w="28575">
                  <a:solidFill>
                    <a:sysClr val="windowText" lastClr="000000"/>
                  </a:solidFill>
                </a:ln>
                <a:solidFill>
                  <a:srgbClr val="FF5757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L</a:t>
            </a:r>
            <a:r>
              <a:rPr kumimoji="0" lang="en-US" sz="6000" b="0" i="0" u="none" strike="noStrike" kern="1200" cap="none" spc="0" normalizeH="0" baseline="0" noProof="0" dirty="0" err="1">
                <a:ln w="28575">
                  <a:solidFill>
                    <a:sysClr val="windowText" lastClr="000000"/>
                  </a:solidFill>
                </a:ln>
                <a:solidFill>
                  <a:srgbClr val="156082">
                    <a:lumMod val="40000"/>
                    <a:lumOff val="60000"/>
                  </a:srgb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e</a:t>
            </a:r>
            <a:r>
              <a:rPr kumimoji="0" lang="en-US" sz="6000" b="0" i="0" u="none" strike="noStrike" kern="1200" cap="none" spc="0" normalizeH="0" baseline="0" noProof="0" dirty="0" err="1">
                <a:ln w="28575">
                  <a:solidFill>
                    <a:sysClr val="windowText" lastClr="000000"/>
                  </a:solidFill>
                </a:ln>
                <a:solidFill>
                  <a:srgbClr val="4EA72E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s</a:t>
            </a:r>
            <a:r>
              <a:rPr kumimoji="0" lang="en-US" sz="6000" b="0" i="0" u="none" strike="noStrike" kern="1200" cap="none" spc="0" normalizeH="0" baseline="0" noProof="0" dirty="0" err="1">
                <a:ln w="28575">
                  <a:solidFill>
                    <a:sysClr val="windowText" lastClr="000000"/>
                  </a:solidFill>
                </a:ln>
                <a:solidFill>
                  <a:srgbClr val="A02B93">
                    <a:lumMod val="40000"/>
                    <a:lumOff val="60000"/>
                  </a:srgb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s</a:t>
            </a:r>
            <a:r>
              <a:rPr kumimoji="0" lang="en-US" sz="6000" b="0" i="0" u="none" strike="noStrike" kern="1200" cap="none" spc="0" normalizeH="0" baseline="0" noProof="0" dirty="0" err="1">
                <a:ln w="28575">
                  <a:solidFill>
                    <a:sysClr val="windowText" lastClr="000000"/>
                  </a:solidFill>
                </a:ln>
                <a:solidFill>
                  <a:srgbClr val="FFFF61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o</a:t>
            </a:r>
            <a:r>
              <a:rPr kumimoji="0" lang="en-US" sz="6000" b="0" i="0" u="none" strike="noStrike" kern="1200" cap="none" spc="0" normalizeH="0" baseline="0" noProof="0" dirty="0">
                <a:ln w="28575">
                  <a:solidFill>
                    <a:sysClr val="windowText" lastClr="000000"/>
                  </a:solidFill>
                </a:ln>
                <a:solidFill>
                  <a:srgbClr val="E97132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n</a:t>
            </a:r>
            <a:r>
              <a:rPr kumimoji="0" lang="en-US" sz="6000" b="0" i="0" u="none" strike="noStrike" kern="1200" cap="none" spc="0" normalizeH="0" baseline="0" noProof="0" dirty="0">
                <a:ln w="28575">
                  <a:solidFill>
                    <a:sysClr val="windowText" lastClr="000000"/>
                  </a:solidFill>
                </a:ln>
                <a:solidFill>
                  <a:srgbClr val="FF0000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 </a:t>
            </a:r>
            <a:r>
              <a:rPr kumimoji="0" lang="en-US" sz="6000" b="0" i="0" u="none" strike="noStrike" kern="1200" cap="none" spc="0" normalizeH="0" baseline="0" noProof="0" dirty="0" err="1">
                <a:ln w="28575">
                  <a:solidFill>
                    <a:sysClr val="windowText" lastClr="000000"/>
                  </a:solidFill>
                </a:ln>
                <a:solidFill>
                  <a:srgbClr val="A02B93">
                    <a:lumMod val="40000"/>
                    <a:lumOff val="60000"/>
                  </a:srgb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P</a:t>
            </a:r>
            <a:r>
              <a:rPr kumimoji="0" lang="en-US" sz="6000" b="0" i="0" u="none" strike="noStrike" kern="1200" cap="none" spc="0" normalizeH="0" baseline="0" noProof="0" dirty="0" err="1">
                <a:ln w="28575">
                  <a:solidFill>
                    <a:sysClr val="windowText" lastClr="000000"/>
                  </a:solidFill>
                </a:ln>
                <a:solidFill>
                  <a:srgbClr val="4EA72E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l</a:t>
            </a:r>
            <a:r>
              <a:rPr kumimoji="0" lang="en-US" sz="6000" b="0" i="0" u="none" strike="noStrike" kern="1200" cap="none" spc="0" normalizeH="0" baseline="0" noProof="0" dirty="0" err="1">
                <a:ln w="28575">
                  <a:solidFill>
                    <a:sysClr val="windowText" lastClr="000000"/>
                  </a:solidFill>
                </a:ln>
                <a:solidFill>
                  <a:srgbClr val="4472C4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a</a:t>
            </a:r>
            <a:r>
              <a:rPr kumimoji="0" lang="en-US" sz="6000" b="0" i="0" u="none" strike="noStrike" kern="1200" cap="none" spc="0" normalizeH="0" baseline="0" noProof="0" dirty="0" err="1">
                <a:ln w="28575">
                  <a:solidFill>
                    <a:sysClr val="windowText" lastClr="000000"/>
                  </a:solidFill>
                </a:ln>
                <a:solidFill>
                  <a:srgbClr val="FF5757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n</a:t>
            </a:r>
            <a:r>
              <a:rPr kumimoji="0" lang="en-US" sz="6000" b="0" i="0" u="none" strike="noStrike" kern="1200" cap="none" spc="0" normalizeH="0" baseline="0" noProof="0" dirty="0" err="1">
                <a:ln w="28575">
                  <a:solidFill>
                    <a:sysClr val="windowText" lastClr="000000"/>
                  </a:solidFill>
                </a:ln>
                <a:solidFill>
                  <a:srgbClr val="FFC000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n</a:t>
            </a:r>
            <a:r>
              <a:rPr kumimoji="0" lang="en-US" sz="6000" b="0" i="0" u="none" strike="noStrike" kern="1200" cap="none" spc="0" normalizeH="0" baseline="0" noProof="0" dirty="0" err="1">
                <a:ln w="28575">
                  <a:solidFill>
                    <a:sysClr val="windowText" lastClr="000000"/>
                  </a:solidFill>
                </a:ln>
                <a:solidFill>
                  <a:srgbClr val="E97132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e</a:t>
            </a:r>
            <a:r>
              <a:rPr kumimoji="0" lang="en-US" sz="6000" b="0" i="0" u="none" strike="noStrike" kern="1200" cap="none" spc="0" normalizeH="0" baseline="0" noProof="0" dirty="0">
                <a:ln w="28575">
                  <a:solidFill>
                    <a:sysClr val="windowText" lastClr="000000"/>
                  </a:solidFill>
                </a:ln>
                <a:solidFill>
                  <a:srgbClr val="FFFF61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r</a:t>
            </a:r>
            <a:r>
              <a:rPr kumimoji="0" lang="en-US" sz="6000" b="0" i="0" u="none" strike="noStrike" kern="1200" cap="none" spc="0" normalizeH="0" baseline="0" noProof="0" dirty="0">
                <a:ln w="28575">
                  <a:solidFill>
                    <a:sysClr val="windowText" lastClr="000000"/>
                  </a:solidFill>
                </a:ln>
                <a:solidFill>
                  <a:srgbClr val="FF0000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 </a:t>
            </a:r>
            <a:endParaRPr kumimoji="0" lang="en-US" sz="6000" b="0" i="0" u="none" strike="noStrike" kern="1200" cap="none" spc="0" normalizeH="0" baseline="0" noProof="0" dirty="0">
              <a:ln w="28575">
                <a:solidFill>
                  <a:sysClr val="windowText" lastClr="000000"/>
                </a:solidFill>
              </a:ln>
              <a:solidFill>
                <a:srgbClr val="FFC000">
                  <a:lumMod val="75000"/>
                </a:srgbClr>
              </a:solidFill>
              <a:effectLst/>
              <a:uLnTx/>
              <a:uFillTx/>
              <a:latin typeface="Arial Black" panose="020B0A04020102020204" pitchFamily="34" charset="0"/>
              <a:ea typeface="+mn-ea"/>
              <a:cs typeface="+mn-cs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C67D091-F865-43D2-938E-E8C9A5E932FD}"/>
              </a:ext>
            </a:extLst>
          </p:cNvPr>
          <p:cNvSpPr txBox="1"/>
          <p:nvPr/>
        </p:nvSpPr>
        <p:spPr>
          <a:xfrm>
            <a:off x="0" y="1161876"/>
            <a:ext cx="100584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0" i="0" u="none" strike="noStrike" kern="1200" cap="none" spc="0" normalizeH="0" baseline="0" noProof="0" dirty="0">
                <a:ln w="28575">
                  <a:solidFill>
                    <a:sysClr val="windowText" lastClr="000000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Sheets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068846A-1ED2-480D-BFFB-388179A3CF76}"/>
              </a:ext>
            </a:extLst>
          </p:cNvPr>
          <p:cNvGrpSpPr/>
          <p:nvPr/>
        </p:nvGrpSpPr>
        <p:grpSpPr>
          <a:xfrm>
            <a:off x="666539" y="3122265"/>
            <a:ext cx="8725321" cy="3295810"/>
            <a:chOff x="1596451" y="3490681"/>
            <a:chExt cx="6865495" cy="2593299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831B52C9-D043-495A-876E-23FC51524E8B}"/>
                </a:ext>
              </a:extLst>
            </p:cNvPr>
            <p:cNvGrpSpPr/>
            <p:nvPr/>
          </p:nvGrpSpPr>
          <p:grpSpPr>
            <a:xfrm>
              <a:off x="1596451" y="3490681"/>
              <a:ext cx="6865495" cy="2593299"/>
              <a:chOff x="-1732369" y="3550641"/>
              <a:chExt cx="6865495" cy="2593299"/>
            </a:xfrm>
          </p:grpSpPr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C442BBFE-316A-4948-A829-798417D1F992}"/>
                  </a:ext>
                </a:extLst>
              </p:cNvPr>
              <p:cNvSpPr/>
              <p:nvPr/>
            </p:nvSpPr>
            <p:spPr>
              <a:xfrm>
                <a:off x="-1732369" y="3550642"/>
                <a:ext cx="757004" cy="716019"/>
              </a:xfrm>
              <a:custGeom>
                <a:avLst/>
                <a:gdLst>
                  <a:gd name="connsiteX0" fmla="*/ 432225 w 757004"/>
                  <a:gd name="connsiteY0" fmla="*/ 0 h 716019"/>
                  <a:gd name="connsiteX1" fmla="*/ 676287 w 757004"/>
                  <a:gd name="connsiteY1" fmla="*/ 0 h 716019"/>
                  <a:gd name="connsiteX2" fmla="*/ 678922 w 757004"/>
                  <a:gd name="connsiteY2" fmla="*/ 3194 h 716019"/>
                  <a:gd name="connsiteX3" fmla="*/ 757004 w 757004"/>
                  <a:gd name="connsiteY3" fmla="*/ 258819 h 716019"/>
                  <a:gd name="connsiteX4" fmla="*/ 299804 w 757004"/>
                  <a:gd name="connsiteY4" fmla="*/ 716019 h 716019"/>
                  <a:gd name="connsiteX5" fmla="*/ 44179 w 757004"/>
                  <a:gd name="connsiteY5" fmla="*/ 637937 h 716019"/>
                  <a:gd name="connsiteX6" fmla="*/ 0 w 757004"/>
                  <a:gd name="connsiteY6" fmla="*/ 601485 h 716019"/>
                  <a:gd name="connsiteX7" fmla="*/ 0 w 757004"/>
                  <a:gd name="connsiteY7" fmla="*/ 432225 h 716019"/>
                  <a:gd name="connsiteX8" fmla="*/ 432225 w 757004"/>
                  <a:gd name="connsiteY8" fmla="*/ 0 h 7160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757004" h="716019">
                    <a:moveTo>
                      <a:pt x="432225" y="0"/>
                    </a:moveTo>
                    <a:lnTo>
                      <a:pt x="676287" y="0"/>
                    </a:lnTo>
                    <a:lnTo>
                      <a:pt x="678922" y="3194"/>
                    </a:lnTo>
                    <a:cubicBezTo>
                      <a:pt x="728219" y="76164"/>
                      <a:pt x="757004" y="164130"/>
                      <a:pt x="757004" y="258819"/>
                    </a:cubicBezTo>
                    <a:cubicBezTo>
                      <a:pt x="757004" y="511324"/>
                      <a:pt x="552309" y="716019"/>
                      <a:pt x="299804" y="716019"/>
                    </a:cubicBezTo>
                    <a:cubicBezTo>
                      <a:pt x="205115" y="716019"/>
                      <a:pt x="117149" y="687234"/>
                      <a:pt x="44179" y="637937"/>
                    </a:cubicBezTo>
                    <a:lnTo>
                      <a:pt x="0" y="601485"/>
                    </a:lnTo>
                    <a:lnTo>
                      <a:pt x="0" y="432225"/>
                    </a:lnTo>
                    <a:cubicBezTo>
                      <a:pt x="0" y="193514"/>
                      <a:pt x="193514" y="0"/>
                      <a:pt x="432225" y="0"/>
                    </a:cubicBez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872AEAB7-E3F0-45B2-8C1C-F1E8C68D37B6}"/>
                  </a:ext>
                </a:extLst>
              </p:cNvPr>
              <p:cNvSpPr/>
              <p:nvPr/>
            </p:nvSpPr>
            <p:spPr>
              <a:xfrm>
                <a:off x="433710" y="3550641"/>
                <a:ext cx="1551482" cy="1075112"/>
              </a:xfrm>
              <a:custGeom>
                <a:avLst/>
                <a:gdLst>
                  <a:gd name="connsiteX0" fmla="*/ 60161 w 1551482"/>
                  <a:gd name="connsiteY0" fmla="*/ 0 h 1075112"/>
                  <a:gd name="connsiteX1" fmla="*/ 1491322 w 1551482"/>
                  <a:gd name="connsiteY1" fmla="*/ 0 h 1075112"/>
                  <a:gd name="connsiteX2" fmla="*/ 1535722 w 1551482"/>
                  <a:gd name="connsiteY2" fmla="*/ 143032 h 1075112"/>
                  <a:gd name="connsiteX3" fmla="*/ 1551482 w 1551482"/>
                  <a:gd name="connsiteY3" fmla="*/ 299371 h 1075112"/>
                  <a:gd name="connsiteX4" fmla="*/ 775741 w 1551482"/>
                  <a:gd name="connsiteY4" fmla="*/ 1075112 h 1075112"/>
                  <a:gd name="connsiteX5" fmla="*/ 0 w 1551482"/>
                  <a:gd name="connsiteY5" fmla="*/ 299371 h 1075112"/>
                  <a:gd name="connsiteX6" fmla="*/ 15760 w 1551482"/>
                  <a:gd name="connsiteY6" fmla="*/ 143032 h 1075112"/>
                  <a:gd name="connsiteX7" fmla="*/ 60161 w 1551482"/>
                  <a:gd name="connsiteY7" fmla="*/ 0 h 10751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551482" h="1075112">
                    <a:moveTo>
                      <a:pt x="60161" y="0"/>
                    </a:moveTo>
                    <a:lnTo>
                      <a:pt x="1491322" y="0"/>
                    </a:lnTo>
                    <a:lnTo>
                      <a:pt x="1535722" y="143032"/>
                    </a:lnTo>
                    <a:cubicBezTo>
                      <a:pt x="1546055" y="193531"/>
                      <a:pt x="1551482" y="245817"/>
                      <a:pt x="1551482" y="299371"/>
                    </a:cubicBezTo>
                    <a:cubicBezTo>
                      <a:pt x="1551482" y="727801"/>
                      <a:pt x="1204171" y="1075112"/>
                      <a:pt x="775741" y="1075112"/>
                    </a:cubicBezTo>
                    <a:cubicBezTo>
                      <a:pt x="347311" y="1075112"/>
                      <a:pt x="0" y="727801"/>
                      <a:pt x="0" y="299371"/>
                    </a:cubicBezTo>
                    <a:cubicBezTo>
                      <a:pt x="0" y="245817"/>
                      <a:pt x="5427" y="193531"/>
                      <a:pt x="15760" y="143032"/>
                    </a:cubicBezTo>
                    <a:lnTo>
                      <a:pt x="60161" y="0"/>
                    </a:lnTo>
                    <a:close/>
                  </a:path>
                </a:pathLst>
              </a:custGeom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C30F46A4-524D-4E01-9583-18826A80B3BE}"/>
                  </a:ext>
                </a:extLst>
              </p:cNvPr>
              <p:cNvSpPr/>
              <p:nvPr/>
            </p:nvSpPr>
            <p:spPr>
              <a:xfrm>
                <a:off x="4344717" y="3650629"/>
                <a:ext cx="437568" cy="437568"/>
              </a:xfrm>
              <a:custGeom>
                <a:avLst/>
                <a:gdLst>
                  <a:gd name="connsiteX0" fmla="*/ 218784 w 437568"/>
                  <a:gd name="connsiteY0" fmla="*/ 0 h 437568"/>
                  <a:gd name="connsiteX1" fmla="*/ 437568 w 437568"/>
                  <a:gd name="connsiteY1" fmla="*/ 218784 h 437568"/>
                  <a:gd name="connsiteX2" fmla="*/ 218784 w 437568"/>
                  <a:gd name="connsiteY2" fmla="*/ 437568 h 437568"/>
                  <a:gd name="connsiteX3" fmla="*/ 0 w 437568"/>
                  <a:gd name="connsiteY3" fmla="*/ 218784 h 437568"/>
                  <a:gd name="connsiteX4" fmla="*/ 218784 w 437568"/>
                  <a:gd name="connsiteY4" fmla="*/ 0 h 4375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37568" h="437568">
                    <a:moveTo>
                      <a:pt x="218784" y="0"/>
                    </a:moveTo>
                    <a:cubicBezTo>
                      <a:pt x="339615" y="0"/>
                      <a:pt x="437568" y="97953"/>
                      <a:pt x="437568" y="218784"/>
                    </a:cubicBezTo>
                    <a:cubicBezTo>
                      <a:pt x="437568" y="339615"/>
                      <a:pt x="339615" y="437568"/>
                      <a:pt x="218784" y="437568"/>
                    </a:cubicBezTo>
                    <a:cubicBezTo>
                      <a:pt x="97953" y="437568"/>
                      <a:pt x="0" y="339615"/>
                      <a:pt x="0" y="218784"/>
                    </a:cubicBezTo>
                    <a:cubicBezTo>
                      <a:pt x="0" y="97953"/>
                      <a:pt x="97953" y="0"/>
                      <a:pt x="218784" y="0"/>
                    </a:cubicBezTo>
                    <a:close/>
                  </a:path>
                </a:pathLst>
              </a:custGeom>
              <a:solidFill>
                <a:srgbClr val="FF575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8D7E35E6-5B5F-45E8-9D9B-039A66990650}"/>
                  </a:ext>
                </a:extLst>
              </p:cNvPr>
              <p:cNvSpPr/>
              <p:nvPr/>
            </p:nvSpPr>
            <p:spPr>
              <a:xfrm>
                <a:off x="3832311" y="4625753"/>
                <a:ext cx="1300815" cy="1518187"/>
              </a:xfrm>
              <a:custGeom>
                <a:avLst/>
                <a:gdLst>
                  <a:gd name="connsiteX0" fmla="*/ 883257 w 1300815"/>
                  <a:gd name="connsiteY0" fmla="*/ 0 h 1518187"/>
                  <a:gd name="connsiteX1" fmla="*/ 1227060 w 1300815"/>
                  <a:gd name="connsiteY1" fmla="*/ 69411 h 1518187"/>
                  <a:gd name="connsiteX2" fmla="*/ 1300815 w 1300815"/>
                  <a:gd name="connsiteY2" fmla="*/ 109444 h 1518187"/>
                  <a:gd name="connsiteX3" fmla="*/ 1300815 w 1300815"/>
                  <a:gd name="connsiteY3" fmla="*/ 1085962 h 1518187"/>
                  <a:gd name="connsiteX4" fmla="*/ 868590 w 1300815"/>
                  <a:gd name="connsiteY4" fmla="*/ 1518187 h 1518187"/>
                  <a:gd name="connsiteX5" fmla="*/ 271272 w 1300815"/>
                  <a:gd name="connsiteY5" fmla="*/ 1518187 h 1518187"/>
                  <a:gd name="connsiteX6" fmla="*/ 258700 w 1300815"/>
                  <a:gd name="connsiteY6" fmla="*/ 1507814 h 1518187"/>
                  <a:gd name="connsiteX7" fmla="*/ 0 w 1300815"/>
                  <a:gd name="connsiteY7" fmla="*/ 883257 h 1518187"/>
                  <a:gd name="connsiteX8" fmla="*/ 883257 w 1300815"/>
                  <a:gd name="connsiteY8" fmla="*/ 0 h 15181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300815" h="1518187">
                    <a:moveTo>
                      <a:pt x="883257" y="0"/>
                    </a:moveTo>
                    <a:cubicBezTo>
                      <a:pt x="1005209" y="0"/>
                      <a:pt x="1121389" y="24716"/>
                      <a:pt x="1227060" y="69411"/>
                    </a:cubicBezTo>
                    <a:lnTo>
                      <a:pt x="1300815" y="109444"/>
                    </a:lnTo>
                    <a:lnTo>
                      <a:pt x="1300815" y="1085962"/>
                    </a:lnTo>
                    <a:cubicBezTo>
                      <a:pt x="1300815" y="1324673"/>
                      <a:pt x="1107301" y="1518187"/>
                      <a:pt x="868590" y="1518187"/>
                    </a:cubicBezTo>
                    <a:lnTo>
                      <a:pt x="271272" y="1518187"/>
                    </a:lnTo>
                    <a:lnTo>
                      <a:pt x="258700" y="1507814"/>
                    </a:lnTo>
                    <a:cubicBezTo>
                      <a:pt x="98862" y="1347976"/>
                      <a:pt x="0" y="1127162"/>
                      <a:pt x="0" y="883257"/>
                    </a:cubicBezTo>
                    <a:cubicBezTo>
                      <a:pt x="0" y="395448"/>
                      <a:pt x="395448" y="0"/>
                      <a:pt x="883257" y="0"/>
                    </a:cubicBezTo>
                    <a:close/>
                  </a:path>
                </a:pathLst>
              </a:custGeom>
              <a:solidFill>
                <a:schemeClr val="accent5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CA7AA7C1-0C47-4217-8EF2-9838D92E5316}"/>
                  </a:ext>
                </a:extLst>
              </p:cNvPr>
              <p:cNvSpPr/>
              <p:nvPr/>
            </p:nvSpPr>
            <p:spPr>
              <a:xfrm>
                <a:off x="1810782" y="4917189"/>
                <a:ext cx="1102780" cy="1102780"/>
              </a:xfrm>
              <a:custGeom>
                <a:avLst/>
                <a:gdLst>
                  <a:gd name="connsiteX0" fmla="*/ 551390 w 1102780"/>
                  <a:gd name="connsiteY0" fmla="*/ 0 h 1102780"/>
                  <a:gd name="connsiteX1" fmla="*/ 1102780 w 1102780"/>
                  <a:gd name="connsiteY1" fmla="*/ 551390 h 1102780"/>
                  <a:gd name="connsiteX2" fmla="*/ 551390 w 1102780"/>
                  <a:gd name="connsiteY2" fmla="*/ 1102780 h 1102780"/>
                  <a:gd name="connsiteX3" fmla="*/ 0 w 1102780"/>
                  <a:gd name="connsiteY3" fmla="*/ 551390 h 1102780"/>
                  <a:gd name="connsiteX4" fmla="*/ 551390 w 1102780"/>
                  <a:gd name="connsiteY4" fmla="*/ 0 h 11027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02780" h="1102780">
                    <a:moveTo>
                      <a:pt x="551390" y="0"/>
                    </a:moveTo>
                    <a:cubicBezTo>
                      <a:pt x="855914" y="0"/>
                      <a:pt x="1102780" y="246866"/>
                      <a:pt x="1102780" y="551390"/>
                    </a:cubicBezTo>
                    <a:cubicBezTo>
                      <a:pt x="1102780" y="855914"/>
                      <a:pt x="855914" y="1102780"/>
                      <a:pt x="551390" y="1102780"/>
                    </a:cubicBezTo>
                    <a:cubicBezTo>
                      <a:pt x="246866" y="1102780"/>
                      <a:pt x="0" y="855914"/>
                      <a:pt x="0" y="551390"/>
                    </a:cubicBezTo>
                    <a:cubicBezTo>
                      <a:pt x="0" y="246866"/>
                      <a:pt x="246866" y="0"/>
                      <a:pt x="551390" y="0"/>
                    </a:cubicBezTo>
                    <a:close/>
                  </a:path>
                </a:pathLst>
              </a:cu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402B9A05-C885-480F-AAD2-2B0CC26458D5}"/>
                  </a:ext>
                </a:extLst>
              </p:cNvPr>
              <p:cNvSpPr/>
              <p:nvPr/>
            </p:nvSpPr>
            <p:spPr>
              <a:xfrm>
                <a:off x="-996832" y="5463827"/>
                <a:ext cx="914400" cy="680113"/>
              </a:xfrm>
              <a:custGeom>
                <a:avLst/>
                <a:gdLst>
                  <a:gd name="connsiteX0" fmla="*/ 457200 w 914400"/>
                  <a:gd name="connsiteY0" fmla="*/ 0 h 680113"/>
                  <a:gd name="connsiteX1" fmla="*/ 914400 w 914400"/>
                  <a:gd name="connsiteY1" fmla="*/ 457200 h 680113"/>
                  <a:gd name="connsiteX2" fmla="*/ 878471 w 914400"/>
                  <a:gd name="connsiteY2" fmla="*/ 635163 h 680113"/>
                  <a:gd name="connsiteX3" fmla="*/ 854073 w 914400"/>
                  <a:gd name="connsiteY3" fmla="*/ 680113 h 680113"/>
                  <a:gd name="connsiteX4" fmla="*/ 60327 w 914400"/>
                  <a:gd name="connsiteY4" fmla="*/ 680113 h 680113"/>
                  <a:gd name="connsiteX5" fmla="*/ 35929 w 914400"/>
                  <a:gd name="connsiteY5" fmla="*/ 635163 h 680113"/>
                  <a:gd name="connsiteX6" fmla="*/ 0 w 914400"/>
                  <a:gd name="connsiteY6" fmla="*/ 457200 h 680113"/>
                  <a:gd name="connsiteX7" fmla="*/ 457200 w 914400"/>
                  <a:gd name="connsiteY7" fmla="*/ 0 h 6801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14400" h="680113">
                    <a:moveTo>
                      <a:pt x="457200" y="0"/>
                    </a:moveTo>
                    <a:cubicBezTo>
                      <a:pt x="709705" y="0"/>
                      <a:pt x="914400" y="204695"/>
                      <a:pt x="914400" y="457200"/>
                    </a:cubicBezTo>
                    <a:cubicBezTo>
                      <a:pt x="914400" y="520326"/>
                      <a:pt x="901607" y="580465"/>
                      <a:pt x="878471" y="635163"/>
                    </a:cubicBezTo>
                    <a:lnTo>
                      <a:pt x="854073" y="680113"/>
                    </a:lnTo>
                    <a:lnTo>
                      <a:pt x="60327" y="680113"/>
                    </a:lnTo>
                    <a:lnTo>
                      <a:pt x="35929" y="635163"/>
                    </a:lnTo>
                    <a:cubicBezTo>
                      <a:pt x="12793" y="580465"/>
                      <a:pt x="0" y="520326"/>
                      <a:pt x="0" y="457200"/>
                    </a:cubicBezTo>
                    <a:cubicBezTo>
                      <a:pt x="0" y="204695"/>
                      <a:pt x="204695" y="0"/>
                      <a:pt x="457200" y="0"/>
                    </a:cubicBezTo>
                    <a:close/>
                  </a:path>
                </a:pathLst>
              </a:custGeom>
              <a:solidFill>
                <a:srgbClr val="FF575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5A84D505-A267-4A92-8AA2-AD3364C12465}"/>
                  </a:ext>
                </a:extLst>
              </p:cNvPr>
              <p:cNvSpPr/>
              <p:nvPr/>
            </p:nvSpPr>
            <p:spPr>
              <a:xfrm>
                <a:off x="-1732369" y="3550641"/>
                <a:ext cx="6865495" cy="2593298"/>
              </a:xfrm>
              <a:custGeom>
                <a:avLst/>
                <a:gdLst>
                  <a:gd name="connsiteX0" fmla="*/ 676287 w 6865495"/>
                  <a:gd name="connsiteY0" fmla="*/ 0 h 2593298"/>
                  <a:gd name="connsiteX1" fmla="*/ 2226240 w 6865495"/>
                  <a:gd name="connsiteY1" fmla="*/ 0 h 2593298"/>
                  <a:gd name="connsiteX2" fmla="*/ 2181839 w 6865495"/>
                  <a:gd name="connsiteY2" fmla="*/ 143032 h 2593298"/>
                  <a:gd name="connsiteX3" fmla="*/ 2166079 w 6865495"/>
                  <a:gd name="connsiteY3" fmla="*/ 299371 h 2593298"/>
                  <a:gd name="connsiteX4" fmla="*/ 2941820 w 6865495"/>
                  <a:gd name="connsiteY4" fmla="*/ 1075112 h 2593298"/>
                  <a:gd name="connsiteX5" fmla="*/ 3717561 w 6865495"/>
                  <a:gd name="connsiteY5" fmla="*/ 299371 h 2593298"/>
                  <a:gd name="connsiteX6" fmla="*/ 3701801 w 6865495"/>
                  <a:gd name="connsiteY6" fmla="*/ 143032 h 2593298"/>
                  <a:gd name="connsiteX7" fmla="*/ 3657401 w 6865495"/>
                  <a:gd name="connsiteY7" fmla="*/ 0 h 2593298"/>
                  <a:gd name="connsiteX8" fmla="*/ 6433270 w 6865495"/>
                  <a:gd name="connsiteY8" fmla="*/ 0 h 2593298"/>
                  <a:gd name="connsiteX9" fmla="*/ 6865495 w 6865495"/>
                  <a:gd name="connsiteY9" fmla="*/ 432225 h 2593298"/>
                  <a:gd name="connsiteX10" fmla="*/ 6865495 w 6865495"/>
                  <a:gd name="connsiteY10" fmla="*/ 1184555 h 2593298"/>
                  <a:gd name="connsiteX11" fmla="*/ 6791740 w 6865495"/>
                  <a:gd name="connsiteY11" fmla="*/ 1144522 h 2593298"/>
                  <a:gd name="connsiteX12" fmla="*/ 6447937 w 6865495"/>
                  <a:gd name="connsiteY12" fmla="*/ 1075111 h 2593298"/>
                  <a:gd name="connsiteX13" fmla="*/ 5564680 w 6865495"/>
                  <a:gd name="connsiteY13" fmla="*/ 1958368 h 2593298"/>
                  <a:gd name="connsiteX14" fmla="*/ 5823380 w 6865495"/>
                  <a:gd name="connsiteY14" fmla="*/ 2582925 h 2593298"/>
                  <a:gd name="connsiteX15" fmla="*/ 5835952 w 6865495"/>
                  <a:gd name="connsiteY15" fmla="*/ 2593298 h 2593298"/>
                  <a:gd name="connsiteX16" fmla="*/ 1589610 w 6865495"/>
                  <a:gd name="connsiteY16" fmla="*/ 2593298 h 2593298"/>
                  <a:gd name="connsiteX17" fmla="*/ 1614008 w 6865495"/>
                  <a:gd name="connsiteY17" fmla="*/ 2548348 h 2593298"/>
                  <a:gd name="connsiteX18" fmla="*/ 1649937 w 6865495"/>
                  <a:gd name="connsiteY18" fmla="*/ 2370385 h 2593298"/>
                  <a:gd name="connsiteX19" fmla="*/ 1192737 w 6865495"/>
                  <a:gd name="connsiteY19" fmla="*/ 1913185 h 2593298"/>
                  <a:gd name="connsiteX20" fmla="*/ 735537 w 6865495"/>
                  <a:gd name="connsiteY20" fmla="*/ 2370385 h 2593298"/>
                  <a:gd name="connsiteX21" fmla="*/ 771466 w 6865495"/>
                  <a:gd name="connsiteY21" fmla="*/ 2548348 h 2593298"/>
                  <a:gd name="connsiteX22" fmla="*/ 795864 w 6865495"/>
                  <a:gd name="connsiteY22" fmla="*/ 2593298 h 2593298"/>
                  <a:gd name="connsiteX23" fmla="*/ 432225 w 6865495"/>
                  <a:gd name="connsiteY23" fmla="*/ 2593298 h 2593298"/>
                  <a:gd name="connsiteX24" fmla="*/ 0 w 6865495"/>
                  <a:gd name="connsiteY24" fmla="*/ 2161073 h 2593298"/>
                  <a:gd name="connsiteX25" fmla="*/ 0 w 6865495"/>
                  <a:gd name="connsiteY25" fmla="*/ 601485 h 2593298"/>
                  <a:gd name="connsiteX26" fmla="*/ 44179 w 6865495"/>
                  <a:gd name="connsiteY26" fmla="*/ 637937 h 2593298"/>
                  <a:gd name="connsiteX27" fmla="*/ 299804 w 6865495"/>
                  <a:gd name="connsiteY27" fmla="*/ 716019 h 2593298"/>
                  <a:gd name="connsiteX28" fmla="*/ 757004 w 6865495"/>
                  <a:gd name="connsiteY28" fmla="*/ 258819 h 2593298"/>
                  <a:gd name="connsiteX29" fmla="*/ 678922 w 6865495"/>
                  <a:gd name="connsiteY29" fmla="*/ 3194 h 2593298"/>
                  <a:gd name="connsiteX30" fmla="*/ 676287 w 6865495"/>
                  <a:gd name="connsiteY30" fmla="*/ 0 h 2593298"/>
                  <a:gd name="connsiteX31" fmla="*/ 4094541 w 6865495"/>
                  <a:gd name="connsiteY31" fmla="*/ 1366548 h 2593298"/>
                  <a:gd name="connsiteX32" fmla="*/ 3543151 w 6865495"/>
                  <a:gd name="connsiteY32" fmla="*/ 1917938 h 2593298"/>
                  <a:gd name="connsiteX33" fmla="*/ 4094541 w 6865495"/>
                  <a:gd name="connsiteY33" fmla="*/ 2469328 h 2593298"/>
                  <a:gd name="connsiteX34" fmla="*/ 4645931 w 6865495"/>
                  <a:gd name="connsiteY34" fmla="*/ 1917938 h 2593298"/>
                  <a:gd name="connsiteX35" fmla="*/ 4094541 w 6865495"/>
                  <a:gd name="connsiteY35" fmla="*/ 1366548 h 2593298"/>
                  <a:gd name="connsiteX36" fmla="*/ 6295870 w 6865495"/>
                  <a:gd name="connsiteY36" fmla="*/ 99988 h 2593298"/>
                  <a:gd name="connsiteX37" fmla="*/ 6077086 w 6865495"/>
                  <a:gd name="connsiteY37" fmla="*/ 318772 h 2593298"/>
                  <a:gd name="connsiteX38" fmla="*/ 6295870 w 6865495"/>
                  <a:gd name="connsiteY38" fmla="*/ 537556 h 2593298"/>
                  <a:gd name="connsiteX39" fmla="*/ 6514654 w 6865495"/>
                  <a:gd name="connsiteY39" fmla="*/ 318772 h 2593298"/>
                  <a:gd name="connsiteX40" fmla="*/ 6295870 w 6865495"/>
                  <a:gd name="connsiteY40" fmla="*/ 99988 h 2593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</a:cxnLst>
                <a:rect l="l" t="t" r="r" b="b"/>
                <a:pathLst>
                  <a:path w="6865495" h="2593298">
                    <a:moveTo>
                      <a:pt x="676287" y="0"/>
                    </a:moveTo>
                    <a:lnTo>
                      <a:pt x="2226240" y="0"/>
                    </a:lnTo>
                    <a:lnTo>
                      <a:pt x="2181839" y="143032"/>
                    </a:lnTo>
                    <a:cubicBezTo>
                      <a:pt x="2171506" y="193531"/>
                      <a:pt x="2166079" y="245817"/>
                      <a:pt x="2166079" y="299371"/>
                    </a:cubicBezTo>
                    <a:cubicBezTo>
                      <a:pt x="2166079" y="727801"/>
                      <a:pt x="2513390" y="1075112"/>
                      <a:pt x="2941820" y="1075112"/>
                    </a:cubicBezTo>
                    <a:cubicBezTo>
                      <a:pt x="3370250" y="1075112"/>
                      <a:pt x="3717561" y="727801"/>
                      <a:pt x="3717561" y="299371"/>
                    </a:cubicBezTo>
                    <a:cubicBezTo>
                      <a:pt x="3717561" y="245817"/>
                      <a:pt x="3712134" y="193531"/>
                      <a:pt x="3701801" y="143032"/>
                    </a:cubicBezTo>
                    <a:lnTo>
                      <a:pt x="3657401" y="0"/>
                    </a:lnTo>
                    <a:lnTo>
                      <a:pt x="6433270" y="0"/>
                    </a:lnTo>
                    <a:cubicBezTo>
                      <a:pt x="6671981" y="0"/>
                      <a:pt x="6865495" y="193514"/>
                      <a:pt x="6865495" y="432225"/>
                    </a:cubicBezTo>
                    <a:lnTo>
                      <a:pt x="6865495" y="1184555"/>
                    </a:lnTo>
                    <a:lnTo>
                      <a:pt x="6791740" y="1144522"/>
                    </a:lnTo>
                    <a:cubicBezTo>
                      <a:pt x="6686069" y="1099827"/>
                      <a:pt x="6569889" y="1075111"/>
                      <a:pt x="6447937" y="1075111"/>
                    </a:cubicBezTo>
                    <a:cubicBezTo>
                      <a:pt x="5960128" y="1075111"/>
                      <a:pt x="5564680" y="1470559"/>
                      <a:pt x="5564680" y="1958368"/>
                    </a:cubicBezTo>
                    <a:cubicBezTo>
                      <a:pt x="5564680" y="2202273"/>
                      <a:pt x="5663542" y="2423087"/>
                      <a:pt x="5823380" y="2582925"/>
                    </a:cubicBezTo>
                    <a:lnTo>
                      <a:pt x="5835952" y="2593298"/>
                    </a:lnTo>
                    <a:lnTo>
                      <a:pt x="1589610" y="2593298"/>
                    </a:lnTo>
                    <a:lnTo>
                      <a:pt x="1614008" y="2548348"/>
                    </a:lnTo>
                    <a:cubicBezTo>
                      <a:pt x="1637144" y="2493650"/>
                      <a:pt x="1649937" y="2433511"/>
                      <a:pt x="1649937" y="2370385"/>
                    </a:cubicBezTo>
                    <a:cubicBezTo>
                      <a:pt x="1649937" y="2117880"/>
                      <a:pt x="1445242" y="1913185"/>
                      <a:pt x="1192737" y="1913185"/>
                    </a:cubicBezTo>
                    <a:cubicBezTo>
                      <a:pt x="940232" y="1913185"/>
                      <a:pt x="735537" y="2117880"/>
                      <a:pt x="735537" y="2370385"/>
                    </a:cubicBezTo>
                    <a:cubicBezTo>
                      <a:pt x="735537" y="2433511"/>
                      <a:pt x="748330" y="2493650"/>
                      <a:pt x="771466" y="2548348"/>
                    </a:cubicBezTo>
                    <a:lnTo>
                      <a:pt x="795864" y="2593298"/>
                    </a:lnTo>
                    <a:lnTo>
                      <a:pt x="432225" y="2593298"/>
                    </a:lnTo>
                    <a:cubicBezTo>
                      <a:pt x="193514" y="2593298"/>
                      <a:pt x="0" y="2399784"/>
                      <a:pt x="0" y="2161073"/>
                    </a:cubicBezTo>
                    <a:lnTo>
                      <a:pt x="0" y="601485"/>
                    </a:lnTo>
                    <a:lnTo>
                      <a:pt x="44179" y="637937"/>
                    </a:lnTo>
                    <a:cubicBezTo>
                      <a:pt x="117149" y="687234"/>
                      <a:pt x="205115" y="716019"/>
                      <a:pt x="299804" y="716019"/>
                    </a:cubicBezTo>
                    <a:cubicBezTo>
                      <a:pt x="552309" y="716019"/>
                      <a:pt x="757004" y="511324"/>
                      <a:pt x="757004" y="258819"/>
                    </a:cubicBezTo>
                    <a:cubicBezTo>
                      <a:pt x="757004" y="164130"/>
                      <a:pt x="728219" y="76164"/>
                      <a:pt x="678922" y="3194"/>
                    </a:cubicBezTo>
                    <a:lnTo>
                      <a:pt x="676287" y="0"/>
                    </a:lnTo>
                    <a:close/>
                    <a:moveTo>
                      <a:pt x="4094541" y="1366548"/>
                    </a:moveTo>
                    <a:cubicBezTo>
                      <a:pt x="3790017" y="1366548"/>
                      <a:pt x="3543151" y="1613414"/>
                      <a:pt x="3543151" y="1917938"/>
                    </a:cubicBezTo>
                    <a:cubicBezTo>
                      <a:pt x="3543151" y="2222462"/>
                      <a:pt x="3790017" y="2469328"/>
                      <a:pt x="4094541" y="2469328"/>
                    </a:cubicBezTo>
                    <a:cubicBezTo>
                      <a:pt x="4399065" y="2469328"/>
                      <a:pt x="4645931" y="2222462"/>
                      <a:pt x="4645931" y="1917938"/>
                    </a:cubicBezTo>
                    <a:cubicBezTo>
                      <a:pt x="4645931" y="1613414"/>
                      <a:pt x="4399065" y="1366548"/>
                      <a:pt x="4094541" y="1366548"/>
                    </a:cubicBezTo>
                    <a:close/>
                    <a:moveTo>
                      <a:pt x="6295870" y="99988"/>
                    </a:moveTo>
                    <a:cubicBezTo>
                      <a:pt x="6175039" y="99988"/>
                      <a:pt x="6077086" y="197941"/>
                      <a:pt x="6077086" y="318772"/>
                    </a:cubicBezTo>
                    <a:cubicBezTo>
                      <a:pt x="6077086" y="439603"/>
                      <a:pt x="6175039" y="537556"/>
                      <a:pt x="6295870" y="537556"/>
                    </a:cubicBezTo>
                    <a:cubicBezTo>
                      <a:pt x="6416701" y="537556"/>
                      <a:pt x="6514654" y="439603"/>
                      <a:pt x="6514654" y="318772"/>
                    </a:cubicBezTo>
                    <a:cubicBezTo>
                      <a:pt x="6514654" y="197941"/>
                      <a:pt x="6416701" y="99988"/>
                      <a:pt x="6295870" y="99988"/>
                    </a:cubicBezTo>
                    <a:close/>
                  </a:path>
                </a:pathLst>
              </a:custGeom>
              <a:solidFill>
                <a:srgbClr val="FFFF6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5B2F4B50-CBEB-49EF-A78E-A5185E4A8DE0}"/>
                </a:ext>
              </a:extLst>
            </p:cNvPr>
            <p:cNvSpPr/>
            <p:nvPr/>
          </p:nvSpPr>
          <p:spPr>
            <a:xfrm>
              <a:off x="2618506" y="4395765"/>
              <a:ext cx="4821384" cy="680113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Black" panose="020B0A04020102020204" pitchFamily="34" charset="0"/>
                  <a:ea typeface="+mn-ea"/>
                  <a:cs typeface="+mn-cs"/>
                </a:rPr>
                <a:t>This Lesson Planner Belongs to: </a:t>
              </a:r>
            </a:p>
          </p:txBody>
        </p:sp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75B31871-C976-4472-9209-D5F4B0FBE38B}"/>
                </a:ext>
              </a:extLst>
            </p:cNvPr>
            <p:cNvSpPr/>
            <p:nvPr/>
          </p:nvSpPr>
          <p:spPr>
            <a:xfrm>
              <a:off x="2618506" y="4984829"/>
              <a:ext cx="4821384" cy="680113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92874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9583FEF-C0D9-46B5-9919-81753990BE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0208" y="182903"/>
            <a:ext cx="1615456" cy="95392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25803D8-B1D4-4B2D-8A5D-053D28B5299D}"/>
              </a:ext>
            </a:extLst>
          </p:cNvPr>
          <p:cNvSpPr txBox="1"/>
          <p:nvPr/>
        </p:nvSpPr>
        <p:spPr>
          <a:xfrm>
            <a:off x="7009939" y="1023440"/>
            <a:ext cx="29959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Blossomings.github.io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C76BB5-6989-47CA-A943-A1E04D68EC54}"/>
              </a:ext>
            </a:extLst>
          </p:cNvPr>
          <p:cNvSpPr txBox="1"/>
          <p:nvPr/>
        </p:nvSpPr>
        <p:spPr>
          <a:xfrm>
            <a:off x="0" y="2178037"/>
            <a:ext cx="100584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1" i="0" u="none" strike="noStrike" kern="0" cap="none" spc="0" normalizeH="0" baseline="0" noProof="0" dirty="0">
                <a:ln>
                  <a:solidFill>
                    <a:sysClr val="windowText" lastClr="000000"/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Arial Black" panose="020B0A04020102020204" pitchFamily="34" charset="0"/>
              </a:rPr>
              <a:t>L</a:t>
            </a:r>
            <a:r>
              <a:rPr kumimoji="0" lang="en-US" sz="8000" b="1" i="0" u="none" strike="noStrike" kern="0" cap="none" spc="0" normalizeH="0" baseline="0" noProof="0" dirty="0">
                <a:ln>
                  <a:solidFill>
                    <a:sysClr val="windowText" lastClr="000000"/>
                  </a:solidFill>
                </a:ln>
                <a:solidFill>
                  <a:srgbClr val="FFFF61"/>
                </a:solidFill>
                <a:effectLst/>
                <a:uLnTx/>
                <a:uFillTx/>
                <a:latin typeface="Arial Black" panose="020B0A04020102020204" pitchFamily="34" charset="0"/>
              </a:rPr>
              <a:t>e</a:t>
            </a:r>
            <a:r>
              <a:rPr kumimoji="0" lang="en-US" sz="8000" b="1" i="0" u="none" strike="noStrike" kern="0" cap="none" spc="0" normalizeH="0" baseline="0" noProof="0" dirty="0">
                <a:ln>
                  <a:solidFill>
                    <a:sysClr val="windowText" lastClr="000000"/>
                  </a:solidFill>
                </a:ln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uLnTx/>
                <a:uFillTx/>
                <a:latin typeface="Arial Black" panose="020B0A04020102020204" pitchFamily="34" charset="0"/>
              </a:rPr>
              <a:t>s</a:t>
            </a:r>
            <a:r>
              <a:rPr kumimoji="0" lang="en-US" sz="8000" b="1" i="0" u="none" strike="noStrike" kern="0" cap="none" spc="0" normalizeH="0" baseline="0" noProof="0" dirty="0">
                <a:ln>
                  <a:solidFill>
                    <a:sysClr val="windowText" lastClr="000000"/>
                  </a:solidFill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Arial Black" panose="020B0A04020102020204" pitchFamily="34" charset="0"/>
              </a:rPr>
              <a:t>s</a:t>
            </a:r>
            <a:r>
              <a:rPr kumimoji="0" lang="en-US" sz="8000" b="1" i="0" u="none" strike="noStrike" kern="0" cap="none" spc="0" normalizeH="0" baseline="0" noProof="0" dirty="0">
                <a:ln>
                  <a:solidFill>
                    <a:sysClr val="windowText" lastClr="000000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uLnTx/>
                <a:uFillTx/>
                <a:latin typeface="Arial Black" panose="020B0A04020102020204" pitchFamily="34" charset="0"/>
              </a:rPr>
              <a:t>o</a:t>
            </a:r>
            <a:r>
              <a:rPr kumimoji="0" lang="en-US" sz="8000" b="1" i="0" u="none" strike="noStrike" kern="0" cap="none" spc="0" normalizeH="0" baseline="0" noProof="0" dirty="0">
                <a:ln>
                  <a:solidFill>
                    <a:sysClr val="windowText" lastClr="000000"/>
                  </a:solidFill>
                </a:ln>
                <a:solidFill>
                  <a:srgbClr val="FF5757"/>
                </a:solidFill>
                <a:effectLst/>
                <a:uLnTx/>
                <a:uFillTx/>
                <a:latin typeface="Arial Black" panose="020B0A04020102020204" pitchFamily="34" charset="0"/>
              </a:rPr>
              <a:t>n</a:t>
            </a:r>
            <a:r>
              <a:rPr kumimoji="0" lang="en-US" sz="8000" b="1" i="0" u="none" strike="noStrike" kern="0" cap="none" spc="0" normalizeH="0" baseline="0" noProof="0" dirty="0">
                <a:ln>
                  <a:solidFill>
                    <a:sysClr val="windowText" lastClr="000000"/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Arial Black" panose="020B0A04020102020204" pitchFamily="34" charset="0"/>
              </a:rPr>
              <a:t> </a:t>
            </a:r>
            <a:r>
              <a:rPr kumimoji="0" lang="en-US" sz="8000" b="1" i="0" u="none" strike="noStrike" kern="0" cap="none" spc="0" normalizeH="0" baseline="0" noProof="0" dirty="0">
                <a:ln>
                  <a:solidFill>
                    <a:sysClr val="windowText" lastClr="000000"/>
                  </a:solidFill>
                </a:ln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uLnTx/>
                <a:uFillTx/>
                <a:latin typeface="Arial Black" panose="020B0A04020102020204" pitchFamily="34" charset="0"/>
              </a:rPr>
              <a:t>P</a:t>
            </a:r>
            <a:r>
              <a:rPr kumimoji="0" lang="en-US" sz="8000" b="1" i="0" u="none" strike="noStrike" kern="0" cap="none" spc="0" normalizeH="0" baseline="0" noProof="0" dirty="0">
                <a:ln>
                  <a:solidFill>
                    <a:sysClr val="windowText" lastClr="000000"/>
                  </a:solidFill>
                </a:ln>
                <a:solidFill>
                  <a:srgbClr val="FFFF61"/>
                </a:solidFill>
                <a:effectLst/>
                <a:uLnTx/>
                <a:uFillTx/>
                <a:latin typeface="Arial Black" panose="020B0A04020102020204" pitchFamily="34" charset="0"/>
              </a:rPr>
              <a:t>l</a:t>
            </a:r>
            <a:r>
              <a:rPr kumimoji="0" lang="en-US" sz="8000" b="1" i="0" u="none" strike="noStrike" kern="0" cap="none" spc="0" normalizeH="0" baseline="0" noProof="0" dirty="0">
                <a:ln>
                  <a:solidFill>
                    <a:sysClr val="windowText" lastClr="000000"/>
                  </a:solidFill>
                </a:ln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uLnTx/>
                <a:uFillTx/>
                <a:latin typeface="Arial Black" panose="020B0A04020102020204" pitchFamily="34" charset="0"/>
              </a:rPr>
              <a:t>a</a:t>
            </a:r>
            <a:r>
              <a:rPr kumimoji="0" lang="en-US" sz="8000" b="1" i="0" u="none" strike="noStrike" kern="0" cap="none" spc="0" normalizeH="0" baseline="0" noProof="0" dirty="0">
                <a:ln>
                  <a:solidFill>
                    <a:sysClr val="windowText" lastClr="000000"/>
                  </a:solidFill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uLnTx/>
                <a:uFillTx/>
                <a:latin typeface="Arial Black" panose="020B0A04020102020204" pitchFamily="34" charset="0"/>
              </a:rPr>
              <a:t>n</a:t>
            </a:r>
            <a:r>
              <a:rPr kumimoji="0" lang="en-US" sz="8000" b="1" i="0" u="none" strike="noStrike" kern="0" cap="none" spc="0" normalizeH="0" baseline="0" noProof="0" dirty="0">
                <a:ln>
                  <a:solidFill>
                    <a:sysClr val="windowText" lastClr="000000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uLnTx/>
                <a:uFillTx/>
                <a:latin typeface="Arial Black" panose="020B0A04020102020204" pitchFamily="34" charset="0"/>
              </a:rPr>
              <a:t>n</a:t>
            </a:r>
            <a:r>
              <a:rPr kumimoji="0" lang="en-US" sz="8000" b="1" i="0" u="none" strike="noStrike" kern="0" cap="none" spc="0" normalizeH="0" baseline="0" noProof="0" dirty="0">
                <a:ln>
                  <a:solidFill>
                    <a:sysClr val="windowText" lastClr="000000"/>
                  </a:solidFill>
                </a:ln>
                <a:solidFill>
                  <a:srgbClr val="FF5757"/>
                </a:solidFill>
                <a:effectLst/>
                <a:uLnTx/>
                <a:uFillTx/>
                <a:latin typeface="Arial Black" panose="020B0A04020102020204" pitchFamily="34" charset="0"/>
              </a:rPr>
              <a:t>e</a:t>
            </a:r>
            <a:r>
              <a:rPr kumimoji="0" lang="en-US" sz="8000" b="1" i="0" u="none" strike="noStrike" kern="0" cap="none" spc="0" normalizeH="0" baseline="0" noProof="0" dirty="0">
                <a:ln>
                  <a:solidFill>
                    <a:sysClr val="windowText" lastClr="000000"/>
                  </a:solidFill>
                </a:ln>
                <a:solidFill>
                  <a:schemeClr val="tx2">
                    <a:lumMod val="25000"/>
                    <a:lumOff val="75000"/>
                  </a:schemeClr>
                </a:solidFill>
                <a:effectLst/>
                <a:uLnTx/>
                <a:uFillTx/>
                <a:latin typeface="Arial Black" panose="020B0A04020102020204" pitchFamily="34" charset="0"/>
              </a:rPr>
              <a:t>r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158F488-D941-48EF-B0F0-1FD9BB7D5CB0}"/>
              </a:ext>
            </a:extLst>
          </p:cNvPr>
          <p:cNvGrpSpPr/>
          <p:nvPr/>
        </p:nvGrpSpPr>
        <p:grpSpPr>
          <a:xfrm>
            <a:off x="1596451" y="3490681"/>
            <a:ext cx="6865495" cy="2593299"/>
            <a:chOff x="-1732369" y="3550641"/>
            <a:chExt cx="6865495" cy="2593299"/>
          </a:xfrm>
        </p:grpSpPr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AFFEFF7F-4A65-433B-894A-900FFA584C17}"/>
                </a:ext>
              </a:extLst>
            </p:cNvPr>
            <p:cNvSpPr/>
            <p:nvPr/>
          </p:nvSpPr>
          <p:spPr>
            <a:xfrm>
              <a:off x="-1732369" y="3550642"/>
              <a:ext cx="757004" cy="716019"/>
            </a:xfrm>
            <a:custGeom>
              <a:avLst/>
              <a:gdLst>
                <a:gd name="connsiteX0" fmla="*/ 432225 w 757004"/>
                <a:gd name="connsiteY0" fmla="*/ 0 h 716019"/>
                <a:gd name="connsiteX1" fmla="*/ 676287 w 757004"/>
                <a:gd name="connsiteY1" fmla="*/ 0 h 716019"/>
                <a:gd name="connsiteX2" fmla="*/ 678922 w 757004"/>
                <a:gd name="connsiteY2" fmla="*/ 3194 h 716019"/>
                <a:gd name="connsiteX3" fmla="*/ 757004 w 757004"/>
                <a:gd name="connsiteY3" fmla="*/ 258819 h 716019"/>
                <a:gd name="connsiteX4" fmla="*/ 299804 w 757004"/>
                <a:gd name="connsiteY4" fmla="*/ 716019 h 716019"/>
                <a:gd name="connsiteX5" fmla="*/ 44179 w 757004"/>
                <a:gd name="connsiteY5" fmla="*/ 637937 h 716019"/>
                <a:gd name="connsiteX6" fmla="*/ 0 w 757004"/>
                <a:gd name="connsiteY6" fmla="*/ 601485 h 716019"/>
                <a:gd name="connsiteX7" fmla="*/ 0 w 757004"/>
                <a:gd name="connsiteY7" fmla="*/ 432225 h 716019"/>
                <a:gd name="connsiteX8" fmla="*/ 432225 w 757004"/>
                <a:gd name="connsiteY8" fmla="*/ 0 h 716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04" h="716019">
                  <a:moveTo>
                    <a:pt x="432225" y="0"/>
                  </a:moveTo>
                  <a:lnTo>
                    <a:pt x="676287" y="0"/>
                  </a:lnTo>
                  <a:lnTo>
                    <a:pt x="678922" y="3194"/>
                  </a:lnTo>
                  <a:cubicBezTo>
                    <a:pt x="728219" y="76164"/>
                    <a:pt x="757004" y="164130"/>
                    <a:pt x="757004" y="258819"/>
                  </a:cubicBezTo>
                  <a:cubicBezTo>
                    <a:pt x="757004" y="511324"/>
                    <a:pt x="552309" y="716019"/>
                    <a:pt x="299804" y="716019"/>
                  </a:cubicBezTo>
                  <a:cubicBezTo>
                    <a:pt x="205115" y="716019"/>
                    <a:pt x="117149" y="687234"/>
                    <a:pt x="44179" y="637937"/>
                  </a:cubicBezTo>
                  <a:lnTo>
                    <a:pt x="0" y="601485"/>
                  </a:lnTo>
                  <a:lnTo>
                    <a:pt x="0" y="432225"/>
                  </a:lnTo>
                  <a:cubicBezTo>
                    <a:pt x="0" y="193514"/>
                    <a:pt x="193514" y="0"/>
                    <a:pt x="432225" y="0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D8B05E69-4ED5-48A3-AA1D-7DF6E5F2161D}"/>
                </a:ext>
              </a:extLst>
            </p:cNvPr>
            <p:cNvSpPr/>
            <p:nvPr/>
          </p:nvSpPr>
          <p:spPr>
            <a:xfrm>
              <a:off x="433710" y="3550641"/>
              <a:ext cx="1551482" cy="1075112"/>
            </a:xfrm>
            <a:custGeom>
              <a:avLst/>
              <a:gdLst>
                <a:gd name="connsiteX0" fmla="*/ 60161 w 1551482"/>
                <a:gd name="connsiteY0" fmla="*/ 0 h 1075112"/>
                <a:gd name="connsiteX1" fmla="*/ 1491322 w 1551482"/>
                <a:gd name="connsiteY1" fmla="*/ 0 h 1075112"/>
                <a:gd name="connsiteX2" fmla="*/ 1535722 w 1551482"/>
                <a:gd name="connsiteY2" fmla="*/ 143032 h 1075112"/>
                <a:gd name="connsiteX3" fmla="*/ 1551482 w 1551482"/>
                <a:gd name="connsiteY3" fmla="*/ 299371 h 1075112"/>
                <a:gd name="connsiteX4" fmla="*/ 775741 w 1551482"/>
                <a:gd name="connsiteY4" fmla="*/ 1075112 h 1075112"/>
                <a:gd name="connsiteX5" fmla="*/ 0 w 1551482"/>
                <a:gd name="connsiteY5" fmla="*/ 299371 h 1075112"/>
                <a:gd name="connsiteX6" fmla="*/ 15760 w 1551482"/>
                <a:gd name="connsiteY6" fmla="*/ 143032 h 1075112"/>
                <a:gd name="connsiteX7" fmla="*/ 60161 w 1551482"/>
                <a:gd name="connsiteY7" fmla="*/ 0 h 1075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51482" h="1075112">
                  <a:moveTo>
                    <a:pt x="60161" y="0"/>
                  </a:moveTo>
                  <a:lnTo>
                    <a:pt x="1491322" y="0"/>
                  </a:lnTo>
                  <a:lnTo>
                    <a:pt x="1535722" y="143032"/>
                  </a:lnTo>
                  <a:cubicBezTo>
                    <a:pt x="1546055" y="193531"/>
                    <a:pt x="1551482" y="245817"/>
                    <a:pt x="1551482" y="299371"/>
                  </a:cubicBezTo>
                  <a:cubicBezTo>
                    <a:pt x="1551482" y="727801"/>
                    <a:pt x="1204171" y="1075112"/>
                    <a:pt x="775741" y="1075112"/>
                  </a:cubicBezTo>
                  <a:cubicBezTo>
                    <a:pt x="347311" y="1075112"/>
                    <a:pt x="0" y="727801"/>
                    <a:pt x="0" y="299371"/>
                  </a:cubicBezTo>
                  <a:cubicBezTo>
                    <a:pt x="0" y="245817"/>
                    <a:pt x="5427" y="193531"/>
                    <a:pt x="15760" y="143032"/>
                  </a:cubicBezTo>
                  <a:lnTo>
                    <a:pt x="60161" y="0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D84D13F1-CA49-4154-9266-43B18F3257EB}"/>
                </a:ext>
              </a:extLst>
            </p:cNvPr>
            <p:cNvSpPr/>
            <p:nvPr/>
          </p:nvSpPr>
          <p:spPr>
            <a:xfrm>
              <a:off x="4344717" y="3650629"/>
              <a:ext cx="437568" cy="437568"/>
            </a:xfrm>
            <a:custGeom>
              <a:avLst/>
              <a:gdLst>
                <a:gd name="connsiteX0" fmla="*/ 218784 w 437568"/>
                <a:gd name="connsiteY0" fmla="*/ 0 h 437568"/>
                <a:gd name="connsiteX1" fmla="*/ 437568 w 437568"/>
                <a:gd name="connsiteY1" fmla="*/ 218784 h 437568"/>
                <a:gd name="connsiteX2" fmla="*/ 218784 w 437568"/>
                <a:gd name="connsiteY2" fmla="*/ 437568 h 437568"/>
                <a:gd name="connsiteX3" fmla="*/ 0 w 437568"/>
                <a:gd name="connsiteY3" fmla="*/ 218784 h 437568"/>
                <a:gd name="connsiteX4" fmla="*/ 218784 w 437568"/>
                <a:gd name="connsiteY4" fmla="*/ 0 h 437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7568" h="437568">
                  <a:moveTo>
                    <a:pt x="218784" y="0"/>
                  </a:moveTo>
                  <a:cubicBezTo>
                    <a:pt x="339615" y="0"/>
                    <a:pt x="437568" y="97953"/>
                    <a:pt x="437568" y="218784"/>
                  </a:cubicBezTo>
                  <a:cubicBezTo>
                    <a:pt x="437568" y="339615"/>
                    <a:pt x="339615" y="437568"/>
                    <a:pt x="218784" y="437568"/>
                  </a:cubicBezTo>
                  <a:cubicBezTo>
                    <a:pt x="97953" y="437568"/>
                    <a:pt x="0" y="339615"/>
                    <a:pt x="0" y="218784"/>
                  </a:cubicBezTo>
                  <a:cubicBezTo>
                    <a:pt x="0" y="97953"/>
                    <a:pt x="97953" y="0"/>
                    <a:pt x="218784" y="0"/>
                  </a:cubicBezTo>
                  <a:close/>
                </a:path>
              </a:pathLst>
            </a:custGeom>
            <a:solidFill>
              <a:srgbClr val="FF5757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016CA97C-F1EC-420F-9D38-8C0238EF1252}"/>
                </a:ext>
              </a:extLst>
            </p:cNvPr>
            <p:cNvSpPr/>
            <p:nvPr/>
          </p:nvSpPr>
          <p:spPr>
            <a:xfrm>
              <a:off x="3832311" y="4625753"/>
              <a:ext cx="1300815" cy="1518187"/>
            </a:xfrm>
            <a:custGeom>
              <a:avLst/>
              <a:gdLst>
                <a:gd name="connsiteX0" fmla="*/ 883257 w 1300815"/>
                <a:gd name="connsiteY0" fmla="*/ 0 h 1518187"/>
                <a:gd name="connsiteX1" fmla="*/ 1227060 w 1300815"/>
                <a:gd name="connsiteY1" fmla="*/ 69411 h 1518187"/>
                <a:gd name="connsiteX2" fmla="*/ 1300815 w 1300815"/>
                <a:gd name="connsiteY2" fmla="*/ 109444 h 1518187"/>
                <a:gd name="connsiteX3" fmla="*/ 1300815 w 1300815"/>
                <a:gd name="connsiteY3" fmla="*/ 1085962 h 1518187"/>
                <a:gd name="connsiteX4" fmla="*/ 868590 w 1300815"/>
                <a:gd name="connsiteY4" fmla="*/ 1518187 h 1518187"/>
                <a:gd name="connsiteX5" fmla="*/ 271272 w 1300815"/>
                <a:gd name="connsiteY5" fmla="*/ 1518187 h 1518187"/>
                <a:gd name="connsiteX6" fmla="*/ 258700 w 1300815"/>
                <a:gd name="connsiteY6" fmla="*/ 1507814 h 1518187"/>
                <a:gd name="connsiteX7" fmla="*/ 0 w 1300815"/>
                <a:gd name="connsiteY7" fmla="*/ 883257 h 1518187"/>
                <a:gd name="connsiteX8" fmla="*/ 883257 w 1300815"/>
                <a:gd name="connsiteY8" fmla="*/ 0 h 1518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00815" h="1518187">
                  <a:moveTo>
                    <a:pt x="883257" y="0"/>
                  </a:moveTo>
                  <a:cubicBezTo>
                    <a:pt x="1005209" y="0"/>
                    <a:pt x="1121389" y="24716"/>
                    <a:pt x="1227060" y="69411"/>
                  </a:cubicBezTo>
                  <a:lnTo>
                    <a:pt x="1300815" y="109444"/>
                  </a:lnTo>
                  <a:lnTo>
                    <a:pt x="1300815" y="1085962"/>
                  </a:lnTo>
                  <a:cubicBezTo>
                    <a:pt x="1300815" y="1324673"/>
                    <a:pt x="1107301" y="1518187"/>
                    <a:pt x="868590" y="1518187"/>
                  </a:cubicBezTo>
                  <a:lnTo>
                    <a:pt x="271272" y="1518187"/>
                  </a:lnTo>
                  <a:lnTo>
                    <a:pt x="258700" y="1507814"/>
                  </a:lnTo>
                  <a:cubicBezTo>
                    <a:pt x="98862" y="1347976"/>
                    <a:pt x="0" y="1127162"/>
                    <a:pt x="0" y="883257"/>
                  </a:cubicBezTo>
                  <a:cubicBezTo>
                    <a:pt x="0" y="395448"/>
                    <a:pt x="395448" y="0"/>
                    <a:pt x="883257" y="0"/>
                  </a:cubicBezTo>
                  <a:close/>
                </a:path>
              </a:pathLst>
            </a:cu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AFB6388F-25A2-422D-AD97-2B0DE0254B0D}"/>
                </a:ext>
              </a:extLst>
            </p:cNvPr>
            <p:cNvSpPr/>
            <p:nvPr/>
          </p:nvSpPr>
          <p:spPr>
            <a:xfrm>
              <a:off x="1810782" y="4917189"/>
              <a:ext cx="1102780" cy="1102780"/>
            </a:xfrm>
            <a:custGeom>
              <a:avLst/>
              <a:gdLst>
                <a:gd name="connsiteX0" fmla="*/ 551390 w 1102780"/>
                <a:gd name="connsiteY0" fmla="*/ 0 h 1102780"/>
                <a:gd name="connsiteX1" fmla="*/ 1102780 w 1102780"/>
                <a:gd name="connsiteY1" fmla="*/ 551390 h 1102780"/>
                <a:gd name="connsiteX2" fmla="*/ 551390 w 1102780"/>
                <a:gd name="connsiteY2" fmla="*/ 1102780 h 1102780"/>
                <a:gd name="connsiteX3" fmla="*/ 0 w 1102780"/>
                <a:gd name="connsiteY3" fmla="*/ 551390 h 1102780"/>
                <a:gd name="connsiteX4" fmla="*/ 551390 w 1102780"/>
                <a:gd name="connsiteY4" fmla="*/ 0 h 1102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02780" h="1102780">
                  <a:moveTo>
                    <a:pt x="551390" y="0"/>
                  </a:moveTo>
                  <a:cubicBezTo>
                    <a:pt x="855914" y="0"/>
                    <a:pt x="1102780" y="246866"/>
                    <a:pt x="1102780" y="551390"/>
                  </a:cubicBezTo>
                  <a:cubicBezTo>
                    <a:pt x="1102780" y="855914"/>
                    <a:pt x="855914" y="1102780"/>
                    <a:pt x="551390" y="1102780"/>
                  </a:cubicBezTo>
                  <a:cubicBezTo>
                    <a:pt x="246866" y="1102780"/>
                    <a:pt x="0" y="855914"/>
                    <a:pt x="0" y="551390"/>
                  </a:cubicBezTo>
                  <a:cubicBezTo>
                    <a:pt x="0" y="246866"/>
                    <a:pt x="246866" y="0"/>
                    <a:pt x="551390" y="0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960E8C0E-115C-445E-8780-09857BEB9048}"/>
                </a:ext>
              </a:extLst>
            </p:cNvPr>
            <p:cNvSpPr/>
            <p:nvPr/>
          </p:nvSpPr>
          <p:spPr>
            <a:xfrm>
              <a:off x="-996832" y="5463827"/>
              <a:ext cx="914400" cy="680113"/>
            </a:xfrm>
            <a:custGeom>
              <a:avLst/>
              <a:gdLst>
                <a:gd name="connsiteX0" fmla="*/ 457200 w 914400"/>
                <a:gd name="connsiteY0" fmla="*/ 0 h 680113"/>
                <a:gd name="connsiteX1" fmla="*/ 914400 w 914400"/>
                <a:gd name="connsiteY1" fmla="*/ 457200 h 680113"/>
                <a:gd name="connsiteX2" fmla="*/ 878471 w 914400"/>
                <a:gd name="connsiteY2" fmla="*/ 635163 h 680113"/>
                <a:gd name="connsiteX3" fmla="*/ 854073 w 914400"/>
                <a:gd name="connsiteY3" fmla="*/ 680113 h 680113"/>
                <a:gd name="connsiteX4" fmla="*/ 60327 w 914400"/>
                <a:gd name="connsiteY4" fmla="*/ 680113 h 680113"/>
                <a:gd name="connsiteX5" fmla="*/ 35929 w 914400"/>
                <a:gd name="connsiteY5" fmla="*/ 635163 h 680113"/>
                <a:gd name="connsiteX6" fmla="*/ 0 w 914400"/>
                <a:gd name="connsiteY6" fmla="*/ 457200 h 680113"/>
                <a:gd name="connsiteX7" fmla="*/ 457200 w 914400"/>
                <a:gd name="connsiteY7" fmla="*/ 0 h 6801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14400" h="680113">
                  <a:moveTo>
                    <a:pt x="457200" y="0"/>
                  </a:moveTo>
                  <a:cubicBezTo>
                    <a:pt x="709705" y="0"/>
                    <a:pt x="914400" y="204695"/>
                    <a:pt x="914400" y="457200"/>
                  </a:cubicBezTo>
                  <a:cubicBezTo>
                    <a:pt x="914400" y="520326"/>
                    <a:pt x="901607" y="580465"/>
                    <a:pt x="878471" y="635163"/>
                  </a:cubicBezTo>
                  <a:lnTo>
                    <a:pt x="854073" y="680113"/>
                  </a:lnTo>
                  <a:lnTo>
                    <a:pt x="60327" y="680113"/>
                  </a:lnTo>
                  <a:lnTo>
                    <a:pt x="35929" y="635163"/>
                  </a:lnTo>
                  <a:cubicBezTo>
                    <a:pt x="12793" y="580465"/>
                    <a:pt x="0" y="520326"/>
                    <a:pt x="0" y="457200"/>
                  </a:cubicBezTo>
                  <a:cubicBezTo>
                    <a:pt x="0" y="204695"/>
                    <a:pt x="204695" y="0"/>
                    <a:pt x="457200" y="0"/>
                  </a:cubicBezTo>
                  <a:close/>
                </a:path>
              </a:pathLst>
            </a:custGeom>
            <a:solidFill>
              <a:srgbClr val="FF5757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B789759C-357E-4606-99AE-642E8DA9DB1C}"/>
                </a:ext>
              </a:extLst>
            </p:cNvPr>
            <p:cNvSpPr/>
            <p:nvPr/>
          </p:nvSpPr>
          <p:spPr>
            <a:xfrm>
              <a:off x="-1732369" y="3550641"/>
              <a:ext cx="6865495" cy="2593298"/>
            </a:xfrm>
            <a:custGeom>
              <a:avLst/>
              <a:gdLst>
                <a:gd name="connsiteX0" fmla="*/ 676287 w 6865495"/>
                <a:gd name="connsiteY0" fmla="*/ 0 h 2593298"/>
                <a:gd name="connsiteX1" fmla="*/ 2226240 w 6865495"/>
                <a:gd name="connsiteY1" fmla="*/ 0 h 2593298"/>
                <a:gd name="connsiteX2" fmla="*/ 2181839 w 6865495"/>
                <a:gd name="connsiteY2" fmla="*/ 143032 h 2593298"/>
                <a:gd name="connsiteX3" fmla="*/ 2166079 w 6865495"/>
                <a:gd name="connsiteY3" fmla="*/ 299371 h 2593298"/>
                <a:gd name="connsiteX4" fmla="*/ 2941820 w 6865495"/>
                <a:gd name="connsiteY4" fmla="*/ 1075112 h 2593298"/>
                <a:gd name="connsiteX5" fmla="*/ 3717561 w 6865495"/>
                <a:gd name="connsiteY5" fmla="*/ 299371 h 2593298"/>
                <a:gd name="connsiteX6" fmla="*/ 3701801 w 6865495"/>
                <a:gd name="connsiteY6" fmla="*/ 143032 h 2593298"/>
                <a:gd name="connsiteX7" fmla="*/ 3657401 w 6865495"/>
                <a:gd name="connsiteY7" fmla="*/ 0 h 2593298"/>
                <a:gd name="connsiteX8" fmla="*/ 6433270 w 6865495"/>
                <a:gd name="connsiteY8" fmla="*/ 0 h 2593298"/>
                <a:gd name="connsiteX9" fmla="*/ 6865495 w 6865495"/>
                <a:gd name="connsiteY9" fmla="*/ 432225 h 2593298"/>
                <a:gd name="connsiteX10" fmla="*/ 6865495 w 6865495"/>
                <a:gd name="connsiteY10" fmla="*/ 1184555 h 2593298"/>
                <a:gd name="connsiteX11" fmla="*/ 6791740 w 6865495"/>
                <a:gd name="connsiteY11" fmla="*/ 1144522 h 2593298"/>
                <a:gd name="connsiteX12" fmla="*/ 6447937 w 6865495"/>
                <a:gd name="connsiteY12" fmla="*/ 1075111 h 2593298"/>
                <a:gd name="connsiteX13" fmla="*/ 5564680 w 6865495"/>
                <a:gd name="connsiteY13" fmla="*/ 1958368 h 2593298"/>
                <a:gd name="connsiteX14" fmla="*/ 5823380 w 6865495"/>
                <a:gd name="connsiteY14" fmla="*/ 2582925 h 2593298"/>
                <a:gd name="connsiteX15" fmla="*/ 5835952 w 6865495"/>
                <a:gd name="connsiteY15" fmla="*/ 2593298 h 2593298"/>
                <a:gd name="connsiteX16" fmla="*/ 1589610 w 6865495"/>
                <a:gd name="connsiteY16" fmla="*/ 2593298 h 2593298"/>
                <a:gd name="connsiteX17" fmla="*/ 1614008 w 6865495"/>
                <a:gd name="connsiteY17" fmla="*/ 2548348 h 2593298"/>
                <a:gd name="connsiteX18" fmla="*/ 1649937 w 6865495"/>
                <a:gd name="connsiteY18" fmla="*/ 2370385 h 2593298"/>
                <a:gd name="connsiteX19" fmla="*/ 1192737 w 6865495"/>
                <a:gd name="connsiteY19" fmla="*/ 1913185 h 2593298"/>
                <a:gd name="connsiteX20" fmla="*/ 735537 w 6865495"/>
                <a:gd name="connsiteY20" fmla="*/ 2370385 h 2593298"/>
                <a:gd name="connsiteX21" fmla="*/ 771466 w 6865495"/>
                <a:gd name="connsiteY21" fmla="*/ 2548348 h 2593298"/>
                <a:gd name="connsiteX22" fmla="*/ 795864 w 6865495"/>
                <a:gd name="connsiteY22" fmla="*/ 2593298 h 2593298"/>
                <a:gd name="connsiteX23" fmla="*/ 432225 w 6865495"/>
                <a:gd name="connsiteY23" fmla="*/ 2593298 h 2593298"/>
                <a:gd name="connsiteX24" fmla="*/ 0 w 6865495"/>
                <a:gd name="connsiteY24" fmla="*/ 2161073 h 2593298"/>
                <a:gd name="connsiteX25" fmla="*/ 0 w 6865495"/>
                <a:gd name="connsiteY25" fmla="*/ 601485 h 2593298"/>
                <a:gd name="connsiteX26" fmla="*/ 44179 w 6865495"/>
                <a:gd name="connsiteY26" fmla="*/ 637937 h 2593298"/>
                <a:gd name="connsiteX27" fmla="*/ 299804 w 6865495"/>
                <a:gd name="connsiteY27" fmla="*/ 716019 h 2593298"/>
                <a:gd name="connsiteX28" fmla="*/ 757004 w 6865495"/>
                <a:gd name="connsiteY28" fmla="*/ 258819 h 2593298"/>
                <a:gd name="connsiteX29" fmla="*/ 678922 w 6865495"/>
                <a:gd name="connsiteY29" fmla="*/ 3194 h 2593298"/>
                <a:gd name="connsiteX30" fmla="*/ 676287 w 6865495"/>
                <a:gd name="connsiteY30" fmla="*/ 0 h 2593298"/>
                <a:gd name="connsiteX31" fmla="*/ 4094541 w 6865495"/>
                <a:gd name="connsiteY31" fmla="*/ 1366548 h 2593298"/>
                <a:gd name="connsiteX32" fmla="*/ 3543151 w 6865495"/>
                <a:gd name="connsiteY32" fmla="*/ 1917938 h 2593298"/>
                <a:gd name="connsiteX33" fmla="*/ 4094541 w 6865495"/>
                <a:gd name="connsiteY33" fmla="*/ 2469328 h 2593298"/>
                <a:gd name="connsiteX34" fmla="*/ 4645931 w 6865495"/>
                <a:gd name="connsiteY34" fmla="*/ 1917938 h 2593298"/>
                <a:gd name="connsiteX35" fmla="*/ 4094541 w 6865495"/>
                <a:gd name="connsiteY35" fmla="*/ 1366548 h 2593298"/>
                <a:gd name="connsiteX36" fmla="*/ 6295870 w 6865495"/>
                <a:gd name="connsiteY36" fmla="*/ 99988 h 2593298"/>
                <a:gd name="connsiteX37" fmla="*/ 6077086 w 6865495"/>
                <a:gd name="connsiteY37" fmla="*/ 318772 h 2593298"/>
                <a:gd name="connsiteX38" fmla="*/ 6295870 w 6865495"/>
                <a:gd name="connsiteY38" fmla="*/ 537556 h 2593298"/>
                <a:gd name="connsiteX39" fmla="*/ 6514654 w 6865495"/>
                <a:gd name="connsiteY39" fmla="*/ 318772 h 2593298"/>
                <a:gd name="connsiteX40" fmla="*/ 6295870 w 6865495"/>
                <a:gd name="connsiteY40" fmla="*/ 99988 h 25932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865495" h="2593298">
                  <a:moveTo>
                    <a:pt x="676287" y="0"/>
                  </a:moveTo>
                  <a:lnTo>
                    <a:pt x="2226240" y="0"/>
                  </a:lnTo>
                  <a:lnTo>
                    <a:pt x="2181839" y="143032"/>
                  </a:lnTo>
                  <a:cubicBezTo>
                    <a:pt x="2171506" y="193531"/>
                    <a:pt x="2166079" y="245817"/>
                    <a:pt x="2166079" y="299371"/>
                  </a:cubicBezTo>
                  <a:cubicBezTo>
                    <a:pt x="2166079" y="727801"/>
                    <a:pt x="2513390" y="1075112"/>
                    <a:pt x="2941820" y="1075112"/>
                  </a:cubicBezTo>
                  <a:cubicBezTo>
                    <a:pt x="3370250" y="1075112"/>
                    <a:pt x="3717561" y="727801"/>
                    <a:pt x="3717561" y="299371"/>
                  </a:cubicBezTo>
                  <a:cubicBezTo>
                    <a:pt x="3717561" y="245817"/>
                    <a:pt x="3712134" y="193531"/>
                    <a:pt x="3701801" y="143032"/>
                  </a:cubicBezTo>
                  <a:lnTo>
                    <a:pt x="3657401" y="0"/>
                  </a:lnTo>
                  <a:lnTo>
                    <a:pt x="6433270" y="0"/>
                  </a:lnTo>
                  <a:cubicBezTo>
                    <a:pt x="6671981" y="0"/>
                    <a:pt x="6865495" y="193514"/>
                    <a:pt x="6865495" y="432225"/>
                  </a:cubicBezTo>
                  <a:lnTo>
                    <a:pt x="6865495" y="1184555"/>
                  </a:lnTo>
                  <a:lnTo>
                    <a:pt x="6791740" y="1144522"/>
                  </a:lnTo>
                  <a:cubicBezTo>
                    <a:pt x="6686069" y="1099827"/>
                    <a:pt x="6569889" y="1075111"/>
                    <a:pt x="6447937" y="1075111"/>
                  </a:cubicBezTo>
                  <a:cubicBezTo>
                    <a:pt x="5960128" y="1075111"/>
                    <a:pt x="5564680" y="1470559"/>
                    <a:pt x="5564680" y="1958368"/>
                  </a:cubicBezTo>
                  <a:cubicBezTo>
                    <a:pt x="5564680" y="2202273"/>
                    <a:pt x="5663542" y="2423087"/>
                    <a:pt x="5823380" y="2582925"/>
                  </a:cubicBezTo>
                  <a:lnTo>
                    <a:pt x="5835952" y="2593298"/>
                  </a:lnTo>
                  <a:lnTo>
                    <a:pt x="1589610" y="2593298"/>
                  </a:lnTo>
                  <a:lnTo>
                    <a:pt x="1614008" y="2548348"/>
                  </a:lnTo>
                  <a:cubicBezTo>
                    <a:pt x="1637144" y="2493650"/>
                    <a:pt x="1649937" y="2433511"/>
                    <a:pt x="1649937" y="2370385"/>
                  </a:cubicBezTo>
                  <a:cubicBezTo>
                    <a:pt x="1649937" y="2117880"/>
                    <a:pt x="1445242" y="1913185"/>
                    <a:pt x="1192737" y="1913185"/>
                  </a:cubicBezTo>
                  <a:cubicBezTo>
                    <a:pt x="940232" y="1913185"/>
                    <a:pt x="735537" y="2117880"/>
                    <a:pt x="735537" y="2370385"/>
                  </a:cubicBezTo>
                  <a:cubicBezTo>
                    <a:pt x="735537" y="2433511"/>
                    <a:pt x="748330" y="2493650"/>
                    <a:pt x="771466" y="2548348"/>
                  </a:cubicBezTo>
                  <a:lnTo>
                    <a:pt x="795864" y="2593298"/>
                  </a:lnTo>
                  <a:lnTo>
                    <a:pt x="432225" y="2593298"/>
                  </a:lnTo>
                  <a:cubicBezTo>
                    <a:pt x="193514" y="2593298"/>
                    <a:pt x="0" y="2399784"/>
                    <a:pt x="0" y="2161073"/>
                  </a:cubicBezTo>
                  <a:lnTo>
                    <a:pt x="0" y="601485"/>
                  </a:lnTo>
                  <a:lnTo>
                    <a:pt x="44179" y="637937"/>
                  </a:lnTo>
                  <a:cubicBezTo>
                    <a:pt x="117149" y="687234"/>
                    <a:pt x="205115" y="716019"/>
                    <a:pt x="299804" y="716019"/>
                  </a:cubicBezTo>
                  <a:cubicBezTo>
                    <a:pt x="552309" y="716019"/>
                    <a:pt x="757004" y="511324"/>
                    <a:pt x="757004" y="258819"/>
                  </a:cubicBezTo>
                  <a:cubicBezTo>
                    <a:pt x="757004" y="164130"/>
                    <a:pt x="728219" y="76164"/>
                    <a:pt x="678922" y="3194"/>
                  </a:cubicBezTo>
                  <a:lnTo>
                    <a:pt x="676287" y="0"/>
                  </a:lnTo>
                  <a:close/>
                  <a:moveTo>
                    <a:pt x="4094541" y="1366548"/>
                  </a:moveTo>
                  <a:cubicBezTo>
                    <a:pt x="3790017" y="1366548"/>
                    <a:pt x="3543151" y="1613414"/>
                    <a:pt x="3543151" y="1917938"/>
                  </a:cubicBezTo>
                  <a:cubicBezTo>
                    <a:pt x="3543151" y="2222462"/>
                    <a:pt x="3790017" y="2469328"/>
                    <a:pt x="4094541" y="2469328"/>
                  </a:cubicBezTo>
                  <a:cubicBezTo>
                    <a:pt x="4399065" y="2469328"/>
                    <a:pt x="4645931" y="2222462"/>
                    <a:pt x="4645931" y="1917938"/>
                  </a:cubicBezTo>
                  <a:cubicBezTo>
                    <a:pt x="4645931" y="1613414"/>
                    <a:pt x="4399065" y="1366548"/>
                    <a:pt x="4094541" y="1366548"/>
                  </a:cubicBezTo>
                  <a:close/>
                  <a:moveTo>
                    <a:pt x="6295870" y="99988"/>
                  </a:moveTo>
                  <a:cubicBezTo>
                    <a:pt x="6175039" y="99988"/>
                    <a:pt x="6077086" y="197941"/>
                    <a:pt x="6077086" y="318772"/>
                  </a:cubicBezTo>
                  <a:cubicBezTo>
                    <a:pt x="6077086" y="439603"/>
                    <a:pt x="6175039" y="537556"/>
                    <a:pt x="6295870" y="537556"/>
                  </a:cubicBezTo>
                  <a:cubicBezTo>
                    <a:pt x="6416701" y="537556"/>
                    <a:pt x="6514654" y="439603"/>
                    <a:pt x="6514654" y="318772"/>
                  </a:cubicBezTo>
                  <a:cubicBezTo>
                    <a:pt x="6514654" y="197941"/>
                    <a:pt x="6416701" y="99988"/>
                    <a:pt x="6295870" y="99988"/>
                  </a:cubicBezTo>
                  <a:close/>
                </a:path>
              </a:pathLst>
            </a:custGeom>
            <a:solidFill>
              <a:srgbClr val="FFFF6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74" name="Rectangle: Rounded Corners 73">
            <a:extLst>
              <a:ext uri="{FF2B5EF4-FFF2-40B4-BE49-F238E27FC236}">
                <a16:creationId xmlns:a16="http://schemas.microsoft.com/office/drawing/2014/main" id="{4E7534A3-7D93-4EE0-8D3C-9687B8FA5F13}"/>
              </a:ext>
            </a:extLst>
          </p:cNvPr>
          <p:cNvSpPr/>
          <p:nvPr/>
        </p:nvSpPr>
        <p:spPr>
          <a:xfrm>
            <a:off x="2618506" y="4395765"/>
            <a:ext cx="4821384" cy="680113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Arial Black" panose="020B0A04020102020204" pitchFamily="34" charset="0"/>
              </a:rPr>
              <a:t>This Lesson Planner Belongs to: 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D2659E1-6678-4B32-AA67-79D01F8BA75F}"/>
              </a:ext>
            </a:extLst>
          </p:cNvPr>
          <p:cNvSpPr txBox="1"/>
          <p:nvPr/>
        </p:nvSpPr>
        <p:spPr>
          <a:xfrm>
            <a:off x="1583934" y="3501476"/>
            <a:ext cx="39873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rgbClr val="FF0000">
                    <a:alpha val="9000"/>
                  </a:srgbClr>
                </a:solidFill>
                <a:latin typeface="Calibri" panose="020F0502020204030204"/>
              </a:rPr>
              <a:t>C</a:t>
            </a:r>
            <a:r>
              <a:rPr lang="en-US" sz="5400" b="1" dirty="0">
                <a:solidFill>
                  <a:srgbClr val="FFFF00">
                    <a:alpha val="9000"/>
                  </a:srgbClr>
                </a:solidFill>
                <a:latin typeface="Calibri" panose="020F0502020204030204"/>
              </a:rPr>
              <a:t>o</a:t>
            </a:r>
            <a:r>
              <a:rPr lang="en-US" sz="5400" b="1" dirty="0">
                <a:solidFill>
                  <a:srgbClr val="00B0F0">
                    <a:alpha val="9000"/>
                  </a:srgbClr>
                </a:solidFill>
                <a:latin typeface="Calibri" panose="020F0502020204030204"/>
              </a:rPr>
              <a:t>l</a:t>
            </a:r>
            <a:r>
              <a:rPr lang="en-US" sz="5400" b="1" dirty="0">
                <a:solidFill>
                  <a:srgbClr val="92D050">
                    <a:alpha val="9000"/>
                  </a:srgbClr>
                </a:solidFill>
                <a:latin typeface="Calibri" panose="020F0502020204030204"/>
              </a:rPr>
              <a:t>o</a:t>
            </a:r>
            <a:r>
              <a:rPr lang="en-US" sz="5400" b="1" dirty="0">
                <a:solidFill>
                  <a:srgbClr val="7030A0">
                    <a:alpha val="9000"/>
                  </a:srgbClr>
                </a:solidFill>
                <a:latin typeface="Calibri" panose="020F0502020204030204"/>
              </a:rPr>
              <a:t>r</a:t>
            </a:r>
            <a:r>
              <a:rPr lang="en-US" sz="5400" b="1" dirty="0">
                <a:solidFill>
                  <a:prstClr val="black">
                    <a:alpha val="9000"/>
                  </a:prstClr>
                </a:solidFill>
                <a:latin typeface="Calibri" panose="020F0502020204030204"/>
              </a:rPr>
              <a:t> </a:t>
            </a:r>
            <a:r>
              <a:rPr lang="en-US" sz="5400" b="1" dirty="0">
                <a:solidFill>
                  <a:srgbClr val="FF0000">
                    <a:alpha val="9000"/>
                  </a:srgbClr>
                </a:solidFill>
                <a:latin typeface="Calibri" panose="020F0502020204030204"/>
              </a:rPr>
              <a:t>S</a:t>
            </a:r>
            <a:r>
              <a:rPr lang="en-US" sz="5400" b="1" dirty="0">
                <a:solidFill>
                  <a:srgbClr val="FFFF00">
                    <a:alpha val="9000"/>
                  </a:srgbClr>
                </a:solidFill>
                <a:latin typeface="Calibri" panose="020F0502020204030204"/>
              </a:rPr>
              <a:t>p</a:t>
            </a:r>
            <a:r>
              <a:rPr lang="en-US" sz="5400" b="1" dirty="0">
                <a:solidFill>
                  <a:srgbClr val="00B0F0">
                    <a:alpha val="9000"/>
                  </a:srgbClr>
                </a:solidFill>
                <a:latin typeface="Calibri" panose="020F0502020204030204"/>
              </a:rPr>
              <a:t>l</a:t>
            </a:r>
            <a:r>
              <a:rPr lang="en-US" sz="5400" b="1" dirty="0">
                <a:solidFill>
                  <a:srgbClr val="92D050">
                    <a:alpha val="9000"/>
                  </a:srgbClr>
                </a:solidFill>
                <a:latin typeface="Calibri" panose="020F0502020204030204"/>
              </a:rPr>
              <a:t>a</a:t>
            </a:r>
            <a:r>
              <a:rPr lang="en-US" sz="5400" b="1" dirty="0">
                <a:solidFill>
                  <a:srgbClr val="7030A0">
                    <a:alpha val="9000"/>
                  </a:srgbClr>
                </a:solidFill>
                <a:latin typeface="Calibri" panose="020F0502020204030204"/>
              </a:rPr>
              <a:t>s</a:t>
            </a:r>
            <a:r>
              <a:rPr lang="en-US" sz="5400" b="1" dirty="0">
                <a:solidFill>
                  <a:srgbClr val="ED7D31">
                    <a:lumMod val="60000"/>
                    <a:lumOff val="40000"/>
                    <a:alpha val="9000"/>
                  </a:srgbClr>
                </a:solidFill>
                <a:latin typeface="Calibri" panose="020F0502020204030204"/>
              </a:rPr>
              <a:t>h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41106A0-6FEE-47AC-A46A-EAC91792EF74}"/>
              </a:ext>
            </a:extLst>
          </p:cNvPr>
          <p:cNvSpPr txBox="1"/>
          <p:nvPr/>
        </p:nvSpPr>
        <p:spPr>
          <a:xfrm>
            <a:off x="4575745" y="5125816"/>
            <a:ext cx="39873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rgbClr val="FF0000">
                    <a:alpha val="9000"/>
                  </a:srgbClr>
                </a:solidFill>
                <a:latin typeface="Calibri" panose="020F0502020204030204"/>
              </a:rPr>
              <a:t>C</a:t>
            </a:r>
            <a:r>
              <a:rPr lang="en-US" sz="5400" b="1" dirty="0">
                <a:solidFill>
                  <a:srgbClr val="FFFF00">
                    <a:alpha val="9000"/>
                  </a:srgbClr>
                </a:solidFill>
                <a:latin typeface="Calibri" panose="020F0502020204030204"/>
              </a:rPr>
              <a:t>o</a:t>
            </a:r>
            <a:r>
              <a:rPr lang="en-US" sz="5400" b="1" dirty="0">
                <a:solidFill>
                  <a:srgbClr val="00B0F0">
                    <a:alpha val="9000"/>
                  </a:srgbClr>
                </a:solidFill>
                <a:latin typeface="Calibri" panose="020F0502020204030204"/>
              </a:rPr>
              <a:t>l</a:t>
            </a:r>
            <a:r>
              <a:rPr lang="en-US" sz="5400" b="1" dirty="0">
                <a:solidFill>
                  <a:srgbClr val="92D050">
                    <a:alpha val="9000"/>
                  </a:srgbClr>
                </a:solidFill>
                <a:latin typeface="Calibri" panose="020F0502020204030204"/>
              </a:rPr>
              <a:t>o</a:t>
            </a:r>
            <a:r>
              <a:rPr lang="en-US" sz="5400" b="1" dirty="0">
                <a:solidFill>
                  <a:srgbClr val="7030A0">
                    <a:alpha val="9000"/>
                  </a:srgbClr>
                </a:solidFill>
                <a:latin typeface="Calibri" panose="020F0502020204030204"/>
              </a:rPr>
              <a:t>r</a:t>
            </a:r>
            <a:r>
              <a:rPr lang="en-US" sz="5400" b="1" dirty="0">
                <a:solidFill>
                  <a:prstClr val="black">
                    <a:alpha val="9000"/>
                  </a:prstClr>
                </a:solidFill>
                <a:latin typeface="Calibri" panose="020F0502020204030204"/>
              </a:rPr>
              <a:t> </a:t>
            </a:r>
            <a:r>
              <a:rPr lang="en-US" sz="5400" b="1" dirty="0">
                <a:solidFill>
                  <a:srgbClr val="FF0000">
                    <a:alpha val="9000"/>
                  </a:srgbClr>
                </a:solidFill>
                <a:latin typeface="Calibri" panose="020F0502020204030204"/>
              </a:rPr>
              <a:t>S</a:t>
            </a:r>
            <a:r>
              <a:rPr lang="en-US" sz="5400" b="1" dirty="0">
                <a:solidFill>
                  <a:srgbClr val="FFFF00">
                    <a:alpha val="9000"/>
                  </a:srgbClr>
                </a:solidFill>
                <a:latin typeface="Calibri" panose="020F0502020204030204"/>
              </a:rPr>
              <a:t>p</a:t>
            </a:r>
            <a:r>
              <a:rPr lang="en-US" sz="5400" b="1" dirty="0">
                <a:solidFill>
                  <a:srgbClr val="00B0F0">
                    <a:alpha val="9000"/>
                  </a:srgbClr>
                </a:solidFill>
                <a:latin typeface="Calibri" panose="020F0502020204030204"/>
              </a:rPr>
              <a:t>l</a:t>
            </a:r>
            <a:r>
              <a:rPr lang="en-US" sz="5400" b="1" dirty="0">
                <a:solidFill>
                  <a:srgbClr val="92D050">
                    <a:alpha val="9000"/>
                  </a:srgbClr>
                </a:solidFill>
                <a:latin typeface="Calibri" panose="020F0502020204030204"/>
              </a:rPr>
              <a:t>a</a:t>
            </a:r>
            <a:r>
              <a:rPr lang="en-US" sz="5400" b="1" dirty="0">
                <a:solidFill>
                  <a:srgbClr val="7030A0">
                    <a:alpha val="9000"/>
                  </a:srgbClr>
                </a:solidFill>
                <a:latin typeface="Calibri" panose="020F0502020204030204"/>
              </a:rPr>
              <a:t>s</a:t>
            </a:r>
            <a:r>
              <a:rPr lang="en-US" sz="5400" b="1" dirty="0">
                <a:solidFill>
                  <a:srgbClr val="ED7D31">
                    <a:lumMod val="60000"/>
                    <a:lumOff val="40000"/>
                    <a:alpha val="9000"/>
                  </a:srgbClr>
                </a:solidFill>
                <a:latin typeface="Calibri" panose="020F0502020204030204"/>
              </a:rPr>
              <a:t>h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B1A68EA-E2CE-4735-AA8A-3CC3F36957F8}"/>
              </a:ext>
            </a:extLst>
          </p:cNvPr>
          <p:cNvSpPr/>
          <p:nvPr/>
        </p:nvSpPr>
        <p:spPr>
          <a:xfrm>
            <a:off x="2618506" y="4984829"/>
            <a:ext cx="4821384" cy="68011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1970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9583FEF-C0D9-46B5-9919-81753990BE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4574" y="138079"/>
            <a:ext cx="1615456" cy="953924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4C273F53-2B97-4890-B817-2FEE3704C4AA}"/>
              </a:ext>
            </a:extLst>
          </p:cNvPr>
          <p:cNvGrpSpPr/>
          <p:nvPr/>
        </p:nvGrpSpPr>
        <p:grpSpPr>
          <a:xfrm>
            <a:off x="347609" y="2093367"/>
            <a:ext cx="9425978" cy="5473868"/>
            <a:chOff x="539646" y="1745011"/>
            <a:chExt cx="7312341" cy="5850280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96F8FC9-0A41-4485-88AC-EA15ACBC90A3}"/>
                </a:ext>
              </a:extLst>
            </p:cNvPr>
            <p:cNvSpPr/>
            <p:nvPr/>
          </p:nvSpPr>
          <p:spPr>
            <a:xfrm>
              <a:off x="539646" y="1745011"/>
              <a:ext cx="1329229" cy="5850280"/>
            </a:xfrm>
            <a:prstGeom prst="roundRect">
              <a:avLst>
                <a:gd name="adj" fmla="val 10543"/>
              </a:avLst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92E74667-27CE-4D09-B5EC-D84BCDF11315}"/>
                </a:ext>
              </a:extLst>
            </p:cNvPr>
            <p:cNvSpPr/>
            <p:nvPr/>
          </p:nvSpPr>
          <p:spPr>
            <a:xfrm>
              <a:off x="2035424" y="1745011"/>
              <a:ext cx="1329229" cy="5850280"/>
            </a:xfrm>
            <a:prstGeom prst="roundRect">
              <a:avLst>
                <a:gd name="adj" fmla="val 10543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2DEBA98C-45C4-4E3D-82BD-B75A0BA64871}"/>
                </a:ext>
              </a:extLst>
            </p:cNvPr>
            <p:cNvSpPr/>
            <p:nvPr/>
          </p:nvSpPr>
          <p:spPr>
            <a:xfrm>
              <a:off x="3531202" y="1745011"/>
              <a:ext cx="1329229" cy="5850280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64D5A8DF-BD71-4D5C-B8E2-243168111449}"/>
                </a:ext>
              </a:extLst>
            </p:cNvPr>
            <p:cNvSpPr/>
            <p:nvPr/>
          </p:nvSpPr>
          <p:spPr>
            <a:xfrm>
              <a:off x="5026980" y="1745011"/>
              <a:ext cx="1329229" cy="5850280"/>
            </a:xfrm>
            <a:prstGeom prst="round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FE3429A2-4A06-4C85-BA55-1A75DB848FA7}"/>
                </a:ext>
              </a:extLst>
            </p:cNvPr>
            <p:cNvSpPr/>
            <p:nvPr/>
          </p:nvSpPr>
          <p:spPr>
            <a:xfrm>
              <a:off x="6522758" y="1758335"/>
              <a:ext cx="1329229" cy="5836956"/>
            </a:xfrm>
            <a:prstGeom prst="roundRect">
              <a:avLst>
                <a:gd name="adj" fmla="val 9623"/>
              </a:avLst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634C3A1-3A91-4C56-A6A5-0A1A0B8991DF}"/>
              </a:ext>
            </a:extLst>
          </p:cNvPr>
          <p:cNvGrpSpPr/>
          <p:nvPr/>
        </p:nvGrpSpPr>
        <p:grpSpPr>
          <a:xfrm>
            <a:off x="347609" y="1275753"/>
            <a:ext cx="9425978" cy="646331"/>
            <a:chOff x="539646" y="1693889"/>
            <a:chExt cx="7312341" cy="5901402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DB88D4C-1430-457F-B272-BEF0E1CDDCB5}"/>
                </a:ext>
              </a:extLst>
            </p:cNvPr>
            <p:cNvSpPr/>
            <p:nvPr/>
          </p:nvSpPr>
          <p:spPr>
            <a:xfrm>
              <a:off x="539646" y="1693889"/>
              <a:ext cx="1329229" cy="5901402"/>
            </a:xfrm>
            <a:prstGeom prst="round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 Black" panose="020B0A04020102020204" pitchFamily="34" charset="0"/>
                </a:rPr>
                <a:t>Monday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7E2731F-9B6D-411A-A22B-DE7EE5E92CCB}"/>
                </a:ext>
              </a:extLst>
            </p:cNvPr>
            <p:cNvSpPr/>
            <p:nvPr/>
          </p:nvSpPr>
          <p:spPr>
            <a:xfrm>
              <a:off x="2035424" y="1693889"/>
              <a:ext cx="1329229" cy="5901402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 Black" panose="020B0A04020102020204" pitchFamily="34" charset="0"/>
                </a:rPr>
                <a:t>Tuesday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983174A-2325-4AC2-BB95-67F5783BCBE1}"/>
                </a:ext>
              </a:extLst>
            </p:cNvPr>
            <p:cNvSpPr/>
            <p:nvPr/>
          </p:nvSpPr>
          <p:spPr>
            <a:xfrm>
              <a:off x="3531202" y="1693889"/>
              <a:ext cx="1329229" cy="5901402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 Black" panose="020B0A04020102020204" pitchFamily="34" charset="0"/>
                </a:rPr>
                <a:t>Wednesday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B131B3AD-2F74-4534-BCE4-99ECF1B7EAD4}"/>
                </a:ext>
              </a:extLst>
            </p:cNvPr>
            <p:cNvSpPr/>
            <p:nvPr/>
          </p:nvSpPr>
          <p:spPr>
            <a:xfrm>
              <a:off x="5026980" y="1693889"/>
              <a:ext cx="1329229" cy="5901402"/>
            </a:xfrm>
            <a:prstGeom prst="round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 Black" panose="020B0A04020102020204" pitchFamily="34" charset="0"/>
                </a:rPr>
                <a:t>Thursday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7355757-F805-44D5-B4D3-01E6D7D1E82E}"/>
                </a:ext>
              </a:extLst>
            </p:cNvPr>
            <p:cNvSpPr/>
            <p:nvPr/>
          </p:nvSpPr>
          <p:spPr>
            <a:xfrm>
              <a:off x="6522758" y="1693889"/>
              <a:ext cx="1329229" cy="5901402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 Black" panose="020B0A04020102020204" pitchFamily="34" charset="0"/>
                </a:rPr>
                <a:t>Friday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5D7995E0-110E-4114-9DD5-A1CBC55A1E97}"/>
              </a:ext>
            </a:extLst>
          </p:cNvPr>
          <p:cNvGrpSpPr/>
          <p:nvPr/>
        </p:nvGrpSpPr>
        <p:grpSpPr>
          <a:xfrm>
            <a:off x="347609" y="2093367"/>
            <a:ext cx="9425978" cy="5460297"/>
            <a:chOff x="347609" y="2106938"/>
            <a:chExt cx="9425978" cy="4051151"/>
          </a:xfrm>
          <a:solidFill>
            <a:schemeClr val="accent4">
              <a:lumMod val="40000"/>
              <a:lumOff val="60000"/>
            </a:schemeClr>
          </a:solidFill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147366C-20A2-4010-9972-F7433E66EE95}"/>
                </a:ext>
              </a:extLst>
            </p:cNvPr>
            <p:cNvGrpSpPr/>
            <p:nvPr/>
          </p:nvGrpSpPr>
          <p:grpSpPr>
            <a:xfrm>
              <a:off x="347609" y="2106938"/>
              <a:ext cx="9425978" cy="646331"/>
              <a:chOff x="539646" y="1693889"/>
              <a:chExt cx="7312341" cy="5901402"/>
            </a:xfrm>
            <a:grpFill/>
          </p:grpSpPr>
          <p:sp>
            <p:nvSpPr>
              <p:cNvPr id="20" name="Rectangle 12">
                <a:extLst>
                  <a:ext uri="{FF2B5EF4-FFF2-40B4-BE49-F238E27FC236}">
                    <a16:creationId xmlns:a16="http://schemas.microsoft.com/office/drawing/2014/main" id="{AC2C7F2D-BDCC-4D4B-93E8-D0C8A9F5F59D}"/>
                  </a:ext>
                </a:extLst>
              </p:cNvPr>
              <p:cNvSpPr/>
              <p:nvPr/>
            </p:nvSpPr>
            <p:spPr>
              <a:xfrm>
                <a:off x="539646" y="1693889"/>
                <a:ext cx="1329229" cy="5901402"/>
              </a:xfrm>
              <a:prstGeom prst="roundRect">
                <a:avLst/>
              </a:prstGeom>
              <a:solidFill>
                <a:srgbClr val="FFFF6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chemeClr val="tx1"/>
                  </a:solidFill>
                </a:endParaRPr>
              </a:p>
            </p:txBody>
          </p:sp>
          <p:sp>
            <p:nvSpPr>
              <p:cNvPr id="21" name="Rectangle 13">
                <a:extLst>
                  <a:ext uri="{FF2B5EF4-FFF2-40B4-BE49-F238E27FC236}">
                    <a16:creationId xmlns:a16="http://schemas.microsoft.com/office/drawing/2014/main" id="{C3B7F9B9-72F0-40FA-B949-9655178D07B5}"/>
                  </a:ext>
                </a:extLst>
              </p:cNvPr>
              <p:cNvSpPr/>
              <p:nvPr/>
            </p:nvSpPr>
            <p:spPr>
              <a:xfrm>
                <a:off x="2035424" y="1693889"/>
                <a:ext cx="1329229" cy="5901402"/>
              </a:xfrm>
              <a:prstGeom prst="round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Rectangle 15">
                <a:extLst>
                  <a:ext uri="{FF2B5EF4-FFF2-40B4-BE49-F238E27FC236}">
                    <a16:creationId xmlns:a16="http://schemas.microsoft.com/office/drawing/2014/main" id="{05584AB4-5F92-465D-A410-BB881F7C73A9}"/>
                  </a:ext>
                </a:extLst>
              </p:cNvPr>
              <p:cNvSpPr/>
              <p:nvPr/>
            </p:nvSpPr>
            <p:spPr>
              <a:xfrm>
                <a:off x="3531202" y="1693889"/>
                <a:ext cx="1329229" cy="5901402"/>
              </a:xfrm>
              <a:prstGeom prst="round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chemeClr val="tx1"/>
                  </a:solidFill>
                </a:endParaRPr>
              </a:p>
            </p:txBody>
          </p:sp>
          <p:sp>
            <p:nvSpPr>
              <p:cNvPr id="23" name="Rectangle 16">
                <a:extLst>
                  <a:ext uri="{FF2B5EF4-FFF2-40B4-BE49-F238E27FC236}">
                    <a16:creationId xmlns:a16="http://schemas.microsoft.com/office/drawing/2014/main" id="{CA248C25-0E6C-4315-BB7F-6DA4E8924C8B}"/>
                  </a:ext>
                </a:extLst>
              </p:cNvPr>
              <p:cNvSpPr/>
              <p:nvPr/>
            </p:nvSpPr>
            <p:spPr>
              <a:xfrm>
                <a:off x="5026980" y="1693889"/>
                <a:ext cx="1329229" cy="5901402"/>
              </a:xfrm>
              <a:prstGeom prst="round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Rectangle 17">
                <a:extLst>
                  <a:ext uri="{FF2B5EF4-FFF2-40B4-BE49-F238E27FC236}">
                    <a16:creationId xmlns:a16="http://schemas.microsoft.com/office/drawing/2014/main" id="{309D251E-877A-4A9D-B221-89EBE0959207}"/>
                  </a:ext>
                </a:extLst>
              </p:cNvPr>
              <p:cNvSpPr/>
              <p:nvPr/>
            </p:nvSpPr>
            <p:spPr>
              <a:xfrm>
                <a:off x="6522758" y="1693889"/>
                <a:ext cx="1329229" cy="5901402"/>
              </a:xfrm>
              <a:prstGeom prst="round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B9D5EAF0-3672-411B-A042-272736B90498}"/>
                </a:ext>
              </a:extLst>
            </p:cNvPr>
            <p:cNvGrpSpPr/>
            <p:nvPr/>
          </p:nvGrpSpPr>
          <p:grpSpPr>
            <a:xfrm>
              <a:off x="347609" y="2978918"/>
              <a:ext cx="9425978" cy="646331"/>
              <a:chOff x="539646" y="1693889"/>
              <a:chExt cx="7312341" cy="5901402"/>
            </a:xfrm>
            <a:grpFill/>
          </p:grpSpPr>
          <p:sp>
            <p:nvSpPr>
              <p:cNvPr id="26" name="Rectangle 12">
                <a:extLst>
                  <a:ext uri="{FF2B5EF4-FFF2-40B4-BE49-F238E27FC236}">
                    <a16:creationId xmlns:a16="http://schemas.microsoft.com/office/drawing/2014/main" id="{E2C06AAF-F76C-4417-A18C-D6BF56C1F637}"/>
                  </a:ext>
                </a:extLst>
              </p:cNvPr>
              <p:cNvSpPr/>
              <p:nvPr/>
            </p:nvSpPr>
            <p:spPr>
              <a:xfrm>
                <a:off x="539646" y="1693889"/>
                <a:ext cx="1329229" cy="5901402"/>
              </a:xfrm>
              <a:prstGeom prst="roundRect">
                <a:avLst/>
              </a:prstGeom>
              <a:solidFill>
                <a:srgbClr val="FFFF6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chemeClr val="tx1"/>
                  </a:solidFill>
                </a:endParaRPr>
              </a:p>
            </p:txBody>
          </p:sp>
          <p:sp>
            <p:nvSpPr>
              <p:cNvPr id="27" name="Rectangle 13">
                <a:extLst>
                  <a:ext uri="{FF2B5EF4-FFF2-40B4-BE49-F238E27FC236}">
                    <a16:creationId xmlns:a16="http://schemas.microsoft.com/office/drawing/2014/main" id="{98B77324-F69B-4928-8F45-688E4156AAF1}"/>
                  </a:ext>
                </a:extLst>
              </p:cNvPr>
              <p:cNvSpPr/>
              <p:nvPr/>
            </p:nvSpPr>
            <p:spPr>
              <a:xfrm>
                <a:off x="2035424" y="1693889"/>
                <a:ext cx="1329229" cy="5901402"/>
              </a:xfrm>
              <a:prstGeom prst="round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chemeClr val="tx1"/>
                  </a:solidFill>
                </a:endParaRPr>
              </a:p>
            </p:txBody>
          </p:sp>
          <p:sp>
            <p:nvSpPr>
              <p:cNvPr id="28" name="Rectangle 15">
                <a:extLst>
                  <a:ext uri="{FF2B5EF4-FFF2-40B4-BE49-F238E27FC236}">
                    <a16:creationId xmlns:a16="http://schemas.microsoft.com/office/drawing/2014/main" id="{3EDBF72C-BDC0-4F1D-ACCF-136BE89BD53B}"/>
                  </a:ext>
                </a:extLst>
              </p:cNvPr>
              <p:cNvSpPr/>
              <p:nvPr/>
            </p:nvSpPr>
            <p:spPr>
              <a:xfrm>
                <a:off x="3531202" y="1693889"/>
                <a:ext cx="1329229" cy="5901402"/>
              </a:xfrm>
              <a:prstGeom prst="round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chemeClr val="tx1"/>
                  </a:solidFill>
                </a:endParaRPr>
              </a:p>
            </p:txBody>
          </p:sp>
          <p:sp>
            <p:nvSpPr>
              <p:cNvPr id="29" name="Rectangle 16">
                <a:extLst>
                  <a:ext uri="{FF2B5EF4-FFF2-40B4-BE49-F238E27FC236}">
                    <a16:creationId xmlns:a16="http://schemas.microsoft.com/office/drawing/2014/main" id="{BBB15901-7BF6-40F2-88BB-3CCC60306FE9}"/>
                  </a:ext>
                </a:extLst>
              </p:cNvPr>
              <p:cNvSpPr/>
              <p:nvPr/>
            </p:nvSpPr>
            <p:spPr>
              <a:xfrm>
                <a:off x="5026980" y="1693889"/>
                <a:ext cx="1329229" cy="5901402"/>
              </a:xfrm>
              <a:prstGeom prst="round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chemeClr val="tx1"/>
                  </a:solidFill>
                </a:endParaRPr>
              </a:p>
            </p:txBody>
          </p:sp>
          <p:sp>
            <p:nvSpPr>
              <p:cNvPr id="30" name="Rectangle 17">
                <a:extLst>
                  <a:ext uri="{FF2B5EF4-FFF2-40B4-BE49-F238E27FC236}">
                    <a16:creationId xmlns:a16="http://schemas.microsoft.com/office/drawing/2014/main" id="{B6FBE791-2157-4CB6-A36A-6515032A856E}"/>
                  </a:ext>
                </a:extLst>
              </p:cNvPr>
              <p:cNvSpPr/>
              <p:nvPr/>
            </p:nvSpPr>
            <p:spPr>
              <a:xfrm>
                <a:off x="6522758" y="1693889"/>
                <a:ext cx="1329229" cy="5901402"/>
              </a:xfrm>
              <a:prstGeom prst="round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E87F49D4-6117-4278-8FE0-8D37E20EEE6B}"/>
                </a:ext>
              </a:extLst>
            </p:cNvPr>
            <p:cNvGrpSpPr/>
            <p:nvPr/>
          </p:nvGrpSpPr>
          <p:grpSpPr>
            <a:xfrm>
              <a:off x="347609" y="3808593"/>
              <a:ext cx="9425978" cy="646331"/>
              <a:chOff x="539646" y="1693889"/>
              <a:chExt cx="7312341" cy="5901402"/>
            </a:xfrm>
            <a:grpFill/>
          </p:grpSpPr>
          <p:sp>
            <p:nvSpPr>
              <p:cNvPr id="32" name="Rectangle 12">
                <a:extLst>
                  <a:ext uri="{FF2B5EF4-FFF2-40B4-BE49-F238E27FC236}">
                    <a16:creationId xmlns:a16="http://schemas.microsoft.com/office/drawing/2014/main" id="{A271B93F-13F6-4592-841B-375D712FC9DC}"/>
                  </a:ext>
                </a:extLst>
              </p:cNvPr>
              <p:cNvSpPr/>
              <p:nvPr/>
            </p:nvSpPr>
            <p:spPr>
              <a:xfrm>
                <a:off x="539646" y="1693889"/>
                <a:ext cx="1329229" cy="5901402"/>
              </a:xfrm>
              <a:prstGeom prst="roundRect">
                <a:avLst/>
              </a:prstGeom>
              <a:solidFill>
                <a:srgbClr val="FFFF6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chemeClr val="tx1"/>
                  </a:solidFill>
                </a:endParaRPr>
              </a:p>
            </p:txBody>
          </p:sp>
          <p:sp>
            <p:nvSpPr>
              <p:cNvPr id="33" name="Rectangle 13">
                <a:extLst>
                  <a:ext uri="{FF2B5EF4-FFF2-40B4-BE49-F238E27FC236}">
                    <a16:creationId xmlns:a16="http://schemas.microsoft.com/office/drawing/2014/main" id="{3C9BD75B-B3C1-41E4-805C-ABF42A75C2FF}"/>
                  </a:ext>
                </a:extLst>
              </p:cNvPr>
              <p:cNvSpPr/>
              <p:nvPr/>
            </p:nvSpPr>
            <p:spPr>
              <a:xfrm>
                <a:off x="2035424" y="1693889"/>
                <a:ext cx="1329229" cy="5901402"/>
              </a:xfrm>
              <a:prstGeom prst="round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chemeClr val="tx1"/>
                  </a:solidFill>
                </a:endParaRPr>
              </a:p>
            </p:txBody>
          </p:sp>
          <p:sp>
            <p:nvSpPr>
              <p:cNvPr id="34" name="Rectangle 15">
                <a:extLst>
                  <a:ext uri="{FF2B5EF4-FFF2-40B4-BE49-F238E27FC236}">
                    <a16:creationId xmlns:a16="http://schemas.microsoft.com/office/drawing/2014/main" id="{7D436C62-6F66-4660-BEA1-AEB08CE48C05}"/>
                  </a:ext>
                </a:extLst>
              </p:cNvPr>
              <p:cNvSpPr/>
              <p:nvPr/>
            </p:nvSpPr>
            <p:spPr>
              <a:xfrm>
                <a:off x="3531202" y="1693889"/>
                <a:ext cx="1329229" cy="5901402"/>
              </a:xfrm>
              <a:prstGeom prst="round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chemeClr val="tx1"/>
                  </a:solidFill>
                </a:endParaRPr>
              </a:p>
            </p:txBody>
          </p:sp>
          <p:sp>
            <p:nvSpPr>
              <p:cNvPr id="35" name="Rectangle 16">
                <a:extLst>
                  <a:ext uri="{FF2B5EF4-FFF2-40B4-BE49-F238E27FC236}">
                    <a16:creationId xmlns:a16="http://schemas.microsoft.com/office/drawing/2014/main" id="{A41D884E-D86B-4AA8-9841-209B2050E5FD}"/>
                  </a:ext>
                </a:extLst>
              </p:cNvPr>
              <p:cNvSpPr/>
              <p:nvPr/>
            </p:nvSpPr>
            <p:spPr>
              <a:xfrm>
                <a:off x="5026980" y="1693889"/>
                <a:ext cx="1329229" cy="5901402"/>
              </a:xfrm>
              <a:prstGeom prst="round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chemeClr val="tx1"/>
                  </a:solidFill>
                </a:endParaRPr>
              </a:p>
            </p:txBody>
          </p:sp>
          <p:sp>
            <p:nvSpPr>
              <p:cNvPr id="36" name="Rectangle 17">
                <a:extLst>
                  <a:ext uri="{FF2B5EF4-FFF2-40B4-BE49-F238E27FC236}">
                    <a16:creationId xmlns:a16="http://schemas.microsoft.com/office/drawing/2014/main" id="{6E49DDE4-F490-4B3B-BD31-0C2CC8E1880B}"/>
                  </a:ext>
                </a:extLst>
              </p:cNvPr>
              <p:cNvSpPr/>
              <p:nvPr/>
            </p:nvSpPr>
            <p:spPr>
              <a:xfrm>
                <a:off x="6522758" y="1693889"/>
                <a:ext cx="1329229" cy="5901402"/>
              </a:xfrm>
              <a:prstGeom prst="round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EA585FA8-C33D-4CAD-91FE-82CB5272BC31}"/>
                </a:ext>
              </a:extLst>
            </p:cNvPr>
            <p:cNvGrpSpPr/>
            <p:nvPr/>
          </p:nvGrpSpPr>
          <p:grpSpPr>
            <a:xfrm>
              <a:off x="347609" y="4639778"/>
              <a:ext cx="9425978" cy="646331"/>
              <a:chOff x="539646" y="1693889"/>
              <a:chExt cx="7312341" cy="5901402"/>
            </a:xfrm>
            <a:grpFill/>
          </p:grpSpPr>
          <p:sp>
            <p:nvSpPr>
              <p:cNvPr id="38" name="Rectangle 12">
                <a:extLst>
                  <a:ext uri="{FF2B5EF4-FFF2-40B4-BE49-F238E27FC236}">
                    <a16:creationId xmlns:a16="http://schemas.microsoft.com/office/drawing/2014/main" id="{E2C1D28A-2AB4-4A80-B1B0-B9D2E68ACCB3}"/>
                  </a:ext>
                </a:extLst>
              </p:cNvPr>
              <p:cNvSpPr/>
              <p:nvPr/>
            </p:nvSpPr>
            <p:spPr>
              <a:xfrm>
                <a:off x="539646" y="1693889"/>
                <a:ext cx="1329229" cy="5901402"/>
              </a:xfrm>
              <a:prstGeom prst="roundRect">
                <a:avLst/>
              </a:prstGeom>
              <a:solidFill>
                <a:srgbClr val="FFFF6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chemeClr val="tx1"/>
                  </a:solidFill>
                </a:endParaRPr>
              </a:p>
            </p:txBody>
          </p:sp>
          <p:sp>
            <p:nvSpPr>
              <p:cNvPr id="39" name="Rectangle 13">
                <a:extLst>
                  <a:ext uri="{FF2B5EF4-FFF2-40B4-BE49-F238E27FC236}">
                    <a16:creationId xmlns:a16="http://schemas.microsoft.com/office/drawing/2014/main" id="{747B2D52-311D-4955-9475-B8E8D90FD656}"/>
                  </a:ext>
                </a:extLst>
              </p:cNvPr>
              <p:cNvSpPr/>
              <p:nvPr/>
            </p:nvSpPr>
            <p:spPr>
              <a:xfrm>
                <a:off x="2035424" y="1693889"/>
                <a:ext cx="1329229" cy="5901402"/>
              </a:xfrm>
              <a:prstGeom prst="round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chemeClr val="tx1"/>
                  </a:solidFill>
                </a:endParaRPr>
              </a:p>
            </p:txBody>
          </p:sp>
          <p:sp>
            <p:nvSpPr>
              <p:cNvPr id="40" name="Rectangle 15">
                <a:extLst>
                  <a:ext uri="{FF2B5EF4-FFF2-40B4-BE49-F238E27FC236}">
                    <a16:creationId xmlns:a16="http://schemas.microsoft.com/office/drawing/2014/main" id="{8EEECB0F-92D5-4DBB-A8FD-EFF718B30C97}"/>
                  </a:ext>
                </a:extLst>
              </p:cNvPr>
              <p:cNvSpPr/>
              <p:nvPr/>
            </p:nvSpPr>
            <p:spPr>
              <a:xfrm>
                <a:off x="3531202" y="1693889"/>
                <a:ext cx="1329229" cy="5901402"/>
              </a:xfrm>
              <a:prstGeom prst="round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Rectangle 16">
                <a:extLst>
                  <a:ext uri="{FF2B5EF4-FFF2-40B4-BE49-F238E27FC236}">
                    <a16:creationId xmlns:a16="http://schemas.microsoft.com/office/drawing/2014/main" id="{C8F4D799-C5EA-4B88-AC8D-BCBE02737E30}"/>
                  </a:ext>
                </a:extLst>
              </p:cNvPr>
              <p:cNvSpPr/>
              <p:nvPr/>
            </p:nvSpPr>
            <p:spPr>
              <a:xfrm>
                <a:off x="5026980" y="1693889"/>
                <a:ext cx="1329229" cy="5901402"/>
              </a:xfrm>
              <a:prstGeom prst="round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chemeClr val="tx1"/>
                  </a:solidFill>
                </a:endParaRPr>
              </a:p>
            </p:txBody>
          </p:sp>
          <p:sp>
            <p:nvSpPr>
              <p:cNvPr id="44" name="Rectangle 17">
                <a:extLst>
                  <a:ext uri="{FF2B5EF4-FFF2-40B4-BE49-F238E27FC236}">
                    <a16:creationId xmlns:a16="http://schemas.microsoft.com/office/drawing/2014/main" id="{EFA7C0B4-286D-492B-8A18-4568F5211BAF}"/>
                  </a:ext>
                </a:extLst>
              </p:cNvPr>
              <p:cNvSpPr/>
              <p:nvPr/>
            </p:nvSpPr>
            <p:spPr>
              <a:xfrm>
                <a:off x="6522758" y="1693889"/>
                <a:ext cx="1329229" cy="5901402"/>
              </a:xfrm>
              <a:prstGeom prst="round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5DF9D05E-B239-4895-9888-DD8CC416BD74}"/>
                </a:ext>
              </a:extLst>
            </p:cNvPr>
            <p:cNvGrpSpPr/>
            <p:nvPr/>
          </p:nvGrpSpPr>
          <p:grpSpPr>
            <a:xfrm>
              <a:off x="347609" y="5511758"/>
              <a:ext cx="9425978" cy="646331"/>
              <a:chOff x="539646" y="1693889"/>
              <a:chExt cx="7312341" cy="5901402"/>
            </a:xfrm>
            <a:grpFill/>
          </p:grpSpPr>
          <p:sp>
            <p:nvSpPr>
              <p:cNvPr id="49" name="Rectangle 12">
                <a:extLst>
                  <a:ext uri="{FF2B5EF4-FFF2-40B4-BE49-F238E27FC236}">
                    <a16:creationId xmlns:a16="http://schemas.microsoft.com/office/drawing/2014/main" id="{B31C3C37-D349-4DF1-A522-59E51D3F2193}"/>
                  </a:ext>
                </a:extLst>
              </p:cNvPr>
              <p:cNvSpPr/>
              <p:nvPr/>
            </p:nvSpPr>
            <p:spPr>
              <a:xfrm>
                <a:off x="539646" y="1693889"/>
                <a:ext cx="1329229" cy="5901402"/>
              </a:xfrm>
              <a:prstGeom prst="roundRect">
                <a:avLst/>
              </a:prstGeom>
              <a:solidFill>
                <a:srgbClr val="FFFF6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chemeClr val="tx1"/>
                  </a:solidFill>
                </a:endParaRPr>
              </a:p>
            </p:txBody>
          </p:sp>
          <p:sp>
            <p:nvSpPr>
              <p:cNvPr id="50" name="Rectangle 13">
                <a:extLst>
                  <a:ext uri="{FF2B5EF4-FFF2-40B4-BE49-F238E27FC236}">
                    <a16:creationId xmlns:a16="http://schemas.microsoft.com/office/drawing/2014/main" id="{23CBFD7E-521D-404F-9436-A484B0634220}"/>
                  </a:ext>
                </a:extLst>
              </p:cNvPr>
              <p:cNvSpPr/>
              <p:nvPr/>
            </p:nvSpPr>
            <p:spPr>
              <a:xfrm>
                <a:off x="2035424" y="1693889"/>
                <a:ext cx="1329229" cy="5901402"/>
              </a:xfrm>
              <a:prstGeom prst="round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chemeClr val="tx1"/>
                  </a:solidFill>
                </a:endParaRPr>
              </a:p>
            </p:txBody>
          </p:sp>
          <p:sp>
            <p:nvSpPr>
              <p:cNvPr id="51" name="Rectangle 15">
                <a:extLst>
                  <a:ext uri="{FF2B5EF4-FFF2-40B4-BE49-F238E27FC236}">
                    <a16:creationId xmlns:a16="http://schemas.microsoft.com/office/drawing/2014/main" id="{CD8CA431-BB40-44B9-8FA4-DE81CA9EF3D7}"/>
                  </a:ext>
                </a:extLst>
              </p:cNvPr>
              <p:cNvSpPr/>
              <p:nvPr/>
            </p:nvSpPr>
            <p:spPr>
              <a:xfrm>
                <a:off x="3531202" y="1693889"/>
                <a:ext cx="1329229" cy="5901402"/>
              </a:xfrm>
              <a:prstGeom prst="round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chemeClr val="tx1"/>
                  </a:solidFill>
                </a:endParaRPr>
              </a:p>
            </p:txBody>
          </p:sp>
          <p:sp>
            <p:nvSpPr>
              <p:cNvPr id="52" name="Rectangle 16">
                <a:extLst>
                  <a:ext uri="{FF2B5EF4-FFF2-40B4-BE49-F238E27FC236}">
                    <a16:creationId xmlns:a16="http://schemas.microsoft.com/office/drawing/2014/main" id="{736A2C5A-2FA8-4A22-AE1B-B5F6C6D6B428}"/>
                  </a:ext>
                </a:extLst>
              </p:cNvPr>
              <p:cNvSpPr/>
              <p:nvPr/>
            </p:nvSpPr>
            <p:spPr>
              <a:xfrm>
                <a:off x="5026980" y="1693889"/>
                <a:ext cx="1329229" cy="5901402"/>
              </a:xfrm>
              <a:prstGeom prst="round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chemeClr val="tx1"/>
                  </a:solidFill>
                </a:endParaRPr>
              </a:p>
            </p:txBody>
          </p:sp>
          <p:sp>
            <p:nvSpPr>
              <p:cNvPr id="53" name="Rectangle 17">
                <a:extLst>
                  <a:ext uri="{FF2B5EF4-FFF2-40B4-BE49-F238E27FC236}">
                    <a16:creationId xmlns:a16="http://schemas.microsoft.com/office/drawing/2014/main" id="{5931BF2B-34BB-4B5C-945C-071D17C47874}"/>
                  </a:ext>
                </a:extLst>
              </p:cNvPr>
              <p:cNvSpPr/>
              <p:nvPr/>
            </p:nvSpPr>
            <p:spPr>
              <a:xfrm>
                <a:off x="6522758" y="1693889"/>
                <a:ext cx="1329229" cy="5901402"/>
              </a:xfrm>
              <a:prstGeom prst="round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CD2659E1-6678-4B32-AA67-79D01F8BA75F}"/>
              </a:ext>
            </a:extLst>
          </p:cNvPr>
          <p:cNvSpPr txBox="1"/>
          <p:nvPr/>
        </p:nvSpPr>
        <p:spPr>
          <a:xfrm>
            <a:off x="3132465" y="1546061"/>
            <a:ext cx="39873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rgbClr val="FF0000">
                    <a:alpha val="9000"/>
                  </a:srgbClr>
                </a:solidFill>
                <a:latin typeface="Calibri" panose="020F0502020204030204"/>
              </a:rPr>
              <a:t>C</a:t>
            </a:r>
            <a:r>
              <a:rPr lang="en-US" sz="5400" b="1" dirty="0">
                <a:solidFill>
                  <a:srgbClr val="FFFF00">
                    <a:alpha val="9000"/>
                  </a:srgbClr>
                </a:solidFill>
                <a:latin typeface="Calibri" panose="020F0502020204030204"/>
              </a:rPr>
              <a:t>o</a:t>
            </a:r>
            <a:r>
              <a:rPr lang="en-US" sz="5400" b="1" dirty="0">
                <a:solidFill>
                  <a:srgbClr val="00B0F0">
                    <a:alpha val="9000"/>
                  </a:srgbClr>
                </a:solidFill>
                <a:latin typeface="Calibri" panose="020F0502020204030204"/>
              </a:rPr>
              <a:t>l</a:t>
            </a:r>
            <a:r>
              <a:rPr lang="en-US" sz="5400" b="1" dirty="0">
                <a:solidFill>
                  <a:srgbClr val="92D050">
                    <a:alpha val="9000"/>
                  </a:srgbClr>
                </a:solidFill>
                <a:latin typeface="Calibri" panose="020F0502020204030204"/>
              </a:rPr>
              <a:t>o</a:t>
            </a:r>
            <a:r>
              <a:rPr lang="en-US" sz="5400" b="1" dirty="0">
                <a:solidFill>
                  <a:srgbClr val="7030A0">
                    <a:alpha val="9000"/>
                  </a:srgbClr>
                </a:solidFill>
                <a:latin typeface="Calibri" panose="020F0502020204030204"/>
              </a:rPr>
              <a:t>r</a:t>
            </a:r>
            <a:r>
              <a:rPr lang="en-US" sz="5400" b="1" dirty="0">
                <a:solidFill>
                  <a:prstClr val="black">
                    <a:alpha val="9000"/>
                  </a:prstClr>
                </a:solidFill>
                <a:latin typeface="Calibri" panose="020F0502020204030204"/>
              </a:rPr>
              <a:t> </a:t>
            </a:r>
            <a:r>
              <a:rPr lang="en-US" sz="5400" b="1" dirty="0">
                <a:solidFill>
                  <a:srgbClr val="FF0000">
                    <a:alpha val="9000"/>
                  </a:srgbClr>
                </a:solidFill>
                <a:latin typeface="Calibri" panose="020F0502020204030204"/>
              </a:rPr>
              <a:t>S</a:t>
            </a:r>
            <a:r>
              <a:rPr lang="en-US" sz="5400" b="1" dirty="0">
                <a:solidFill>
                  <a:srgbClr val="FFFF00">
                    <a:alpha val="9000"/>
                  </a:srgbClr>
                </a:solidFill>
                <a:latin typeface="Calibri" panose="020F0502020204030204"/>
              </a:rPr>
              <a:t>p</a:t>
            </a:r>
            <a:r>
              <a:rPr lang="en-US" sz="5400" b="1" dirty="0">
                <a:solidFill>
                  <a:srgbClr val="00B0F0">
                    <a:alpha val="9000"/>
                  </a:srgbClr>
                </a:solidFill>
                <a:latin typeface="Calibri" panose="020F0502020204030204"/>
              </a:rPr>
              <a:t>l</a:t>
            </a:r>
            <a:r>
              <a:rPr lang="en-US" sz="5400" b="1" dirty="0">
                <a:solidFill>
                  <a:srgbClr val="92D050">
                    <a:alpha val="9000"/>
                  </a:srgbClr>
                </a:solidFill>
                <a:latin typeface="Calibri" panose="020F0502020204030204"/>
              </a:rPr>
              <a:t>a</a:t>
            </a:r>
            <a:r>
              <a:rPr lang="en-US" sz="5400" b="1" dirty="0">
                <a:solidFill>
                  <a:srgbClr val="7030A0">
                    <a:alpha val="9000"/>
                  </a:srgbClr>
                </a:solidFill>
                <a:latin typeface="Calibri" panose="020F0502020204030204"/>
              </a:rPr>
              <a:t>s</a:t>
            </a:r>
            <a:r>
              <a:rPr lang="en-US" sz="5400" b="1" dirty="0">
                <a:solidFill>
                  <a:srgbClr val="ED7D31">
                    <a:lumMod val="60000"/>
                    <a:lumOff val="40000"/>
                    <a:alpha val="9000"/>
                  </a:srgbClr>
                </a:solidFill>
                <a:latin typeface="Calibri" panose="020F0502020204030204"/>
              </a:rPr>
              <a:t>h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E5098F0-F5DA-4C39-838C-521164B10A8D}"/>
              </a:ext>
            </a:extLst>
          </p:cNvPr>
          <p:cNvSpPr txBox="1"/>
          <p:nvPr/>
        </p:nvSpPr>
        <p:spPr>
          <a:xfrm>
            <a:off x="3531202" y="772864"/>
            <a:ext cx="29959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Blossomings.github.io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35C1862-4781-49AE-88B1-40C41714FC77}"/>
              </a:ext>
            </a:extLst>
          </p:cNvPr>
          <p:cNvSpPr txBox="1"/>
          <p:nvPr/>
        </p:nvSpPr>
        <p:spPr>
          <a:xfrm>
            <a:off x="0" y="138079"/>
            <a:ext cx="10058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0" cap="none" spc="0" normalizeH="0" baseline="0" noProof="0" dirty="0">
                <a:ln>
                  <a:solidFill>
                    <a:sysClr val="windowText" lastClr="000000"/>
                  </a:solidFill>
                </a:ln>
                <a:solidFill>
                  <a:srgbClr val="FF5757"/>
                </a:solidFill>
                <a:effectLst/>
                <a:uLnTx/>
                <a:uFillTx/>
                <a:latin typeface="Arial Black" panose="020B0A04020102020204" pitchFamily="34" charset="0"/>
              </a:rPr>
              <a:t>January Lesson Log</a:t>
            </a:r>
          </a:p>
        </p:txBody>
      </p:sp>
    </p:spTree>
    <p:extLst>
      <p:ext uri="{BB962C8B-B14F-4D97-AF65-F5344CB8AC3E}">
        <p14:creationId xmlns:p14="http://schemas.microsoft.com/office/powerpoint/2010/main" val="3535562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9583FEF-C0D9-46B5-9919-81753990BE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4574" y="138079"/>
            <a:ext cx="1615456" cy="953924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73040E6D-CC4B-4CE0-93AB-CEBC11F6DB58}"/>
              </a:ext>
            </a:extLst>
          </p:cNvPr>
          <p:cNvGrpSpPr/>
          <p:nvPr/>
        </p:nvGrpSpPr>
        <p:grpSpPr>
          <a:xfrm>
            <a:off x="203198" y="1819057"/>
            <a:ext cx="9652001" cy="5680638"/>
            <a:chOff x="203199" y="1003218"/>
            <a:chExt cx="9652001" cy="640092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42C18B2-89EF-488D-BF50-2241F5DE5B0C}"/>
                </a:ext>
              </a:extLst>
            </p:cNvPr>
            <p:cNvSpPr/>
            <p:nvPr/>
          </p:nvSpPr>
          <p:spPr>
            <a:xfrm>
              <a:off x="203199" y="1003218"/>
              <a:ext cx="9652000" cy="841828"/>
            </a:xfrm>
            <a:prstGeom prst="rect">
              <a:avLst/>
            </a:prstGeom>
            <a:solidFill>
              <a:srgbClr val="FFFF6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23B66E16-180F-4984-A71D-F43EDCA783E0}"/>
                </a:ext>
              </a:extLst>
            </p:cNvPr>
            <p:cNvSpPr/>
            <p:nvPr/>
          </p:nvSpPr>
          <p:spPr>
            <a:xfrm>
              <a:off x="203200" y="2280884"/>
              <a:ext cx="9652000" cy="841828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8BCB7539-2EBB-403C-AA8D-30FD710A0684}"/>
                </a:ext>
              </a:extLst>
            </p:cNvPr>
            <p:cNvSpPr/>
            <p:nvPr/>
          </p:nvSpPr>
          <p:spPr>
            <a:xfrm>
              <a:off x="203200" y="3693659"/>
              <a:ext cx="9652000" cy="841828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B0657046-6677-478A-B175-DD174FA08BDD}"/>
                </a:ext>
              </a:extLst>
            </p:cNvPr>
            <p:cNvSpPr/>
            <p:nvPr/>
          </p:nvSpPr>
          <p:spPr>
            <a:xfrm>
              <a:off x="203200" y="5150698"/>
              <a:ext cx="9652000" cy="841828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1BE20E90-DFDB-4AA7-8800-717D7A5F10FA}"/>
                </a:ext>
              </a:extLst>
            </p:cNvPr>
            <p:cNvSpPr/>
            <p:nvPr/>
          </p:nvSpPr>
          <p:spPr>
            <a:xfrm>
              <a:off x="203200" y="6562313"/>
              <a:ext cx="9652000" cy="841828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50F19EDA-3183-466C-9381-5C3F5CBEE5D3}"/>
              </a:ext>
            </a:extLst>
          </p:cNvPr>
          <p:cNvGrpSpPr/>
          <p:nvPr/>
        </p:nvGrpSpPr>
        <p:grpSpPr>
          <a:xfrm>
            <a:off x="203196" y="1550542"/>
            <a:ext cx="2177145" cy="5468038"/>
            <a:chOff x="203196" y="1550542"/>
            <a:chExt cx="2177145" cy="5468038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8D76A039-E3B3-43D4-9164-C752C91852A3}"/>
                </a:ext>
              </a:extLst>
            </p:cNvPr>
            <p:cNvSpPr/>
            <p:nvPr/>
          </p:nvSpPr>
          <p:spPr>
            <a:xfrm>
              <a:off x="203198" y="1550542"/>
              <a:ext cx="2177143" cy="537029"/>
            </a:xfrm>
            <a:prstGeom prst="round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 Black" panose="020B0A04020102020204" pitchFamily="34" charset="0"/>
                </a:rPr>
                <a:t>Monday</a:t>
              </a:r>
            </a:p>
          </p:txBody>
        </p:sp>
        <p:sp>
          <p:nvSpPr>
            <p:cNvPr id="58" name="Rectangle: Rounded Corners 57">
              <a:extLst>
                <a:ext uri="{FF2B5EF4-FFF2-40B4-BE49-F238E27FC236}">
                  <a16:creationId xmlns:a16="http://schemas.microsoft.com/office/drawing/2014/main" id="{46B539FD-7CEE-48DD-90EA-B7076772A57B}"/>
                </a:ext>
              </a:extLst>
            </p:cNvPr>
            <p:cNvSpPr/>
            <p:nvPr/>
          </p:nvSpPr>
          <p:spPr>
            <a:xfrm>
              <a:off x="203198" y="2682154"/>
              <a:ext cx="2177143" cy="537029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 Black" panose="020B0A04020102020204" pitchFamily="34" charset="0"/>
                </a:rPr>
                <a:t>Tuesday</a:t>
              </a:r>
            </a:p>
          </p:txBody>
        </p:sp>
        <p:sp>
          <p:nvSpPr>
            <p:cNvPr id="59" name="Rectangle: Rounded Corners 58">
              <a:extLst>
                <a:ext uri="{FF2B5EF4-FFF2-40B4-BE49-F238E27FC236}">
                  <a16:creationId xmlns:a16="http://schemas.microsoft.com/office/drawing/2014/main" id="{77D334D5-5EF2-44E6-B304-7F26C62F9494}"/>
                </a:ext>
              </a:extLst>
            </p:cNvPr>
            <p:cNvSpPr/>
            <p:nvPr/>
          </p:nvSpPr>
          <p:spPr>
            <a:xfrm>
              <a:off x="203197" y="3936060"/>
              <a:ext cx="2177143" cy="537029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 Black" panose="020B0A04020102020204" pitchFamily="34" charset="0"/>
                </a:rPr>
                <a:t>Wednesday</a:t>
              </a:r>
            </a:p>
          </p:txBody>
        </p:sp>
        <p:sp>
          <p:nvSpPr>
            <p:cNvPr id="60" name="Rectangle: Rounded Corners 59">
              <a:extLst>
                <a:ext uri="{FF2B5EF4-FFF2-40B4-BE49-F238E27FC236}">
                  <a16:creationId xmlns:a16="http://schemas.microsoft.com/office/drawing/2014/main" id="{EE040C24-9626-49BB-B5BB-786514FFC663}"/>
                </a:ext>
              </a:extLst>
            </p:cNvPr>
            <p:cNvSpPr/>
            <p:nvPr/>
          </p:nvSpPr>
          <p:spPr>
            <a:xfrm>
              <a:off x="203196" y="5231313"/>
              <a:ext cx="2177143" cy="537029"/>
            </a:xfrm>
            <a:prstGeom prst="round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 Black" panose="020B0A04020102020204" pitchFamily="34" charset="0"/>
                </a:rPr>
                <a:t>Thursday</a:t>
              </a:r>
            </a:p>
          </p:txBody>
        </p:sp>
        <p:sp>
          <p:nvSpPr>
            <p:cNvPr id="61" name="Rectangle: Rounded Corners 60">
              <a:extLst>
                <a:ext uri="{FF2B5EF4-FFF2-40B4-BE49-F238E27FC236}">
                  <a16:creationId xmlns:a16="http://schemas.microsoft.com/office/drawing/2014/main" id="{194A7DB8-B300-46BC-901D-00B50C1EA3EA}"/>
                </a:ext>
              </a:extLst>
            </p:cNvPr>
            <p:cNvSpPr/>
            <p:nvPr/>
          </p:nvSpPr>
          <p:spPr>
            <a:xfrm>
              <a:off x="203196" y="6481551"/>
              <a:ext cx="2177143" cy="537029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 Black" panose="020B0A04020102020204" pitchFamily="34" charset="0"/>
                </a:rPr>
                <a:t>Friday</a:t>
              </a:r>
            </a:p>
          </p:txBody>
        </p: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CD2659E1-6678-4B32-AA67-79D01F8BA75F}"/>
              </a:ext>
            </a:extLst>
          </p:cNvPr>
          <p:cNvSpPr txBox="1"/>
          <p:nvPr/>
        </p:nvSpPr>
        <p:spPr>
          <a:xfrm rot="16200000">
            <a:off x="-701925" y="4346652"/>
            <a:ext cx="39873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rgbClr val="FF0000">
                    <a:alpha val="9000"/>
                  </a:srgbClr>
                </a:solidFill>
                <a:latin typeface="Calibri" panose="020F0502020204030204"/>
              </a:rPr>
              <a:t>C</a:t>
            </a:r>
            <a:r>
              <a:rPr lang="en-US" sz="5400" b="1" dirty="0">
                <a:solidFill>
                  <a:srgbClr val="FFFF00">
                    <a:alpha val="9000"/>
                  </a:srgbClr>
                </a:solidFill>
                <a:latin typeface="Calibri" panose="020F0502020204030204"/>
              </a:rPr>
              <a:t>o</a:t>
            </a:r>
            <a:r>
              <a:rPr lang="en-US" sz="5400" b="1" dirty="0">
                <a:solidFill>
                  <a:srgbClr val="00B0F0">
                    <a:alpha val="9000"/>
                  </a:srgbClr>
                </a:solidFill>
                <a:latin typeface="Calibri" panose="020F0502020204030204"/>
              </a:rPr>
              <a:t>l</a:t>
            </a:r>
            <a:r>
              <a:rPr lang="en-US" sz="5400" b="1" dirty="0">
                <a:solidFill>
                  <a:srgbClr val="92D050">
                    <a:alpha val="9000"/>
                  </a:srgbClr>
                </a:solidFill>
                <a:latin typeface="Calibri" panose="020F0502020204030204"/>
              </a:rPr>
              <a:t>o</a:t>
            </a:r>
            <a:r>
              <a:rPr lang="en-US" sz="5400" b="1" dirty="0">
                <a:solidFill>
                  <a:srgbClr val="7030A0">
                    <a:alpha val="9000"/>
                  </a:srgbClr>
                </a:solidFill>
                <a:latin typeface="Calibri" panose="020F0502020204030204"/>
              </a:rPr>
              <a:t>r</a:t>
            </a:r>
            <a:r>
              <a:rPr lang="en-US" sz="5400" b="1" dirty="0">
                <a:solidFill>
                  <a:prstClr val="black">
                    <a:alpha val="9000"/>
                  </a:prstClr>
                </a:solidFill>
                <a:latin typeface="Calibri" panose="020F0502020204030204"/>
              </a:rPr>
              <a:t> </a:t>
            </a:r>
            <a:r>
              <a:rPr lang="en-US" sz="5400" b="1" dirty="0">
                <a:solidFill>
                  <a:srgbClr val="FF0000">
                    <a:alpha val="9000"/>
                  </a:srgbClr>
                </a:solidFill>
                <a:latin typeface="Calibri" panose="020F0502020204030204"/>
              </a:rPr>
              <a:t>S</a:t>
            </a:r>
            <a:r>
              <a:rPr lang="en-US" sz="5400" b="1" dirty="0">
                <a:solidFill>
                  <a:srgbClr val="FFFF00">
                    <a:alpha val="9000"/>
                  </a:srgbClr>
                </a:solidFill>
                <a:latin typeface="Calibri" panose="020F0502020204030204"/>
              </a:rPr>
              <a:t>p</a:t>
            </a:r>
            <a:r>
              <a:rPr lang="en-US" sz="5400" b="1" dirty="0">
                <a:solidFill>
                  <a:srgbClr val="00B0F0">
                    <a:alpha val="9000"/>
                  </a:srgbClr>
                </a:solidFill>
                <a:latin typeface="Calibri" panose="020F0502020204030204"/>
              </a:rPr>
              <a:t>l</a:t>
            </a:r>
            <a:r>
              <a:rPr lang="en-US" sz="5400" b="1" dirty="0">
                <a:solidFill>
                  <a:srgbClr val="92D050">
                    <a:alpha val="9000"/>
                  </a:srgbClr>
                </a:solidFill>
                <a:latin typeface="Calibri" panose="020F0502020204030204"/>
              </a:rPr>
              <a:t>a</a:t>
            </a:r>
            <a:r>
              <a:rPr lang="en-US" sz="5400" b="1" dirty="0">
                <a:solidFill>
                  <a:srgbClr val="7030A0">
                    <a:alpha val="9000"/>
                  </a:srgbClr>
                </a:solidFill>
                <a:latin typeface="Calibri" panose="020F0502020204030204"/>
              </a:rPr>
              <a:t>s</a:t>
            </a:r>
            <a:r>
              <a:rPr lang="en-US" sz="5400" b="1" dirty="0">
                <a:solidFill>
                  <a:srgbClr val="ED7D31">
                    <a:lumMod val="60000"/>
                    <a:lumOff val="40000"/>
                    <a:alpha val="9000"/>
                  </a:srgbClr>
                </a:solidFill>
                <a:latin typeface="Calibri" panose="020F0502020204030204"/>
              </a:rPr>
              <a:t>h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950BBE8-7F51-456B-ACA5-DE112F18FF69}"/>
              </a:ext>
            </a:extLst>
          </p:cNvPr>
          <p:cNvSpPr txBox="1"/>
          <p:nvPr/>
        </p:nvSpPr>
        <p:spPr>
          <a:xfrm>
            <a:off x="3531202" y="946550"/>
            <a:ext cx="29959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Blossomings.github.io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2712163-9BFA-4D6D-AE38-0A7EF827BF2C}"/>
              </a:ext>
            </a:extLst>
          </p:cNvPr>
          <p:cNvSpPr txBox="1"/>
          <p:nvPr/>
        </p:nvSpPr>
        <p:spPr>
          <a:xfrm>
            <a:off x="0" y="311765"/>
            <a:ext cx="10058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0" cap="none" spc="0" normalizeH="0" baseline="0" noProof="0" dirty="0">
                <a:ln>
                  <a:solidFill>
                    <a:sysClr val="windowText" lastClr="000000"/>
                  </a:solidFill>
                </a:ln>
                <a:solidFill>
                  <a:srgbClr val="FF5757"/>
                </a:solidFill>
                <a:effectLst/>
                <a:uLnTx/>
                <a:uFillTx/>
                <a:latin typeface="Arial Black" panose="020B0A04020102020204" pitchFamily="34" charset="0"/>
              </a:rPr>
              <a:t>Weekly Lesson Log</a:t>
            </a:r>
          </a:p>
        </p:txBody>
      </p:sp>
    </p:spTree>
    <p:extLst>
      <p:ext uri="{BB962C8B-B14F-4D97-AF65-F5344CB8AC3E}">
        <p14:creationId xmlns:p14="http://schemas.microsoft.com/office/powerpoint/2010/main" val="38271041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9583FEF-C0D9-46B5-9919-81753990BE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4574" y="138079"/>
            <a:ext cx="1615456" cy="95392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25803D8-B1D4-4B2D-8A5D-053D28B5299D}"/>
              </a:ext>
            </a:extLst>
          </p:cNvPr>
          <p:cNvSpPr txBox="1"/>
          <p:nvPr/>
        </p:nvSpPr>
        <p:spPr>
          <a:xfrm>
            <a:off x="3531202" y="946550"/>
            <a:ext cx="29959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Blossomings.github.io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C76BB5-6989-47CA-A943-A1E04D68EC54}"/>
              </a:ext>
            </a:extLst>
          </p:cNvPr>
          <p:cNvSpPr txBox="1"/>
          <p:nvPr/>
        </p:nvSpPr>
        <p:spPr>
          <a:xfrm>
            <a:off x="0" y="311765"/>
            <a:ext cx="10058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0" cap="none" spc="0" normalizeH="0" baseline="0" noProof="0" dirty="0">
                <a:ln>
                  <a:solidFill>
                    <a:sysClr val="windowText" lastClr="000000"/>
                  </a:solidFill>
                </a:ln>
                <a:solidFill>
                  <a:srgbClr val="FF5757"/>
                </a:solidFill>
                <a:effectLst/>
                <a:uLnTx/>
                <a:uFillTx/>
                <a:latin typeface="Arial Black" panose="020B0A04020102020204" pitchFamily="34" charset="0"/>
              </a:rPr>
              <a:t>Daily Lesson Log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33D7152-FA3D-499D-86B4-4796D9DF3298}"/>
              </a:ext>
            </a:extLst>
          </p:cNvPr>
          <p:cNvGrpSpPr/>
          <p:nvPr/>
        </p:nvGrpSpPr>
        <p:grpSpPr>
          <a:xfrm>
            <a:off x="203183" y="1541979"/>
            <a:ext cx="9652494" cy="6075344"/>
            <a:chOff x="203183" y="1541979"/>
            <a:chExt cx="9652494" cy="6075344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42C18B2-89EF-488D-BF50-2241F5DE5B0C}"/>
                </a:ext>
              </a:extLst>
            </p:cNvPr>
            <p:cNvSpPr/>
            <p:nvPr/>
          </p:nvSpPr>
          <p:spPr>
            <a:xfrm>
              <a:off x="203190" y="1541979"/>
              <a:ext cx="4615546" cy="587910"/>
            </a:xfrm>
            <a:prstGeom prst="rect">
              <a:avLst/>
            </a:prstGeom>
            <a:solidFill>
              <a:srgbClr val="FFFF6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dirty="0">
                  <a:solidFill>
                    <a:schemeClr val="tx1"/>
                  </a:solidFill>
                  <a:latin typeface="Arial Black" panose="020B0A04020102020204" pitchFamily="34" charset="0"/>
                </a:rPr>
                <a:t>Subject:</a:t>
              </a: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8BCB7539-2EBB-403C-AA8D-30FD710A0684}"/>
                </a:ext>
              </a:extLst>
            </p:cNvPr>
            <p:cNvSpPr/>
            <p:nvPr/>
          </p:nvSpPr>
          <p:spPr>
            <a:xfrm>
              <a:off x="203192" y="5278396"/>
              <a:ext cx="4615537" cy="747099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dirty="0">
                <a:solidFill>
                  <a:schemeClr val="tx1"/>
                </a:solidFill>
                <a:latin typeface="Arial Black" panose="020B0A04020102020204" pitchFamily="34" charset="0"/>
              </a:endParaRP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1BE20E90-DFDB-4AA7-8800-717D7A5F10FA}"/>
                </a:ext>
              </a:extLst>
            </p:cNvPr>
            <p:cNvSpPr/>
            <p:nvPr/>
          </p:nvSpPr>
          <p:spPr>
            <a:xfrm>
              <a:off x="203199" y="6145240"/>
              <a:ext cx="9652000" cy="147208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>
                <a:solidFill>
                  <a:schemeClr val="tx1"/>
                </a:solidFill>
                <a:latin typeface="Arial Black" panose="020B0A04020102020204" pitchFamily="34" charset="0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0945835-A37D-49EB-898A-93C72E6FD003}"/>
                </a:ext>
              </a:extLst>
            </p:cNvPr>
            <p:cNvSpPr/>
            <p:nvPr/>
          </p:nvSpPr>
          <p:spPr>
            <a:xfrm>
              <a:off x="5239653" y="1541979"/>
              <a:ext cx="4615546" cy="58791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dirty="0">
                  <a:solidFill>
                    <a:schemeClr val="tx1"/>
                  </a:solidFill>
                  <a:latin typeface="Arial Black" panose="020B0A04020102020204" pitchFamily="34" charset="0"/>
                </a:rPr>
                <a:t>Date: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1BEF05FF-86ED-4CEF-A035-C815763D200C}"/>
                </a:ext>
              </a:extLst>
            </p:cNvPr>
            <p:cNvSpPr/>
            <p:nvPr/>
          </p:nvSpPr>
          <p:spPr>
            <a:xfrm>
              <a:off x="203183" y="2243591"/>
              <a:ext cx="4615546" cy="58791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dirty="0">
                  <a:solidFill>
                    <a:schemeClr val="tx1"/>
                  </a:solidFill>
                  <a:latin typeface="Arial Black" panose="020B0A04020102020204" pitchFamily="34" charset="0"/>
                </a:rPr>
                <a:t>Grade Level: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448DEA46-9256-4CF6-A47F-8DC7FF4C62AE}"/>
                </a:ext>
              </a:extLst>
            </p:cNvPr>
            <p:cNvSpPr/>
            <p:nvPr/>
          </p:nvSpPr>
          <p:spPr>
            <a:xfrm>
              <a:off x="5239646" y="2243591"/>
              <a:ext cx="4615546" cy="58791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dirty="0">
                  <a:solidFill>
                    <a:schemeClr val="tx1"/>
                  </a:solidFill>
                  <a:latin typeface="Arial Black" panose="020B0A04020102020204" pitchFamily="34" charset="0"/>
                </a:rPr>
                <a:t>Topic:</a:t>
              </a:r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EB194405-B117-49D3-A3D0-DC5B986C0C75}"/>
                </a:ext>
              </a:extLst>
            </p:cNvPr>
            <p:cNvGrpSpPr/>
            <p:nvPr/>
          </p:nvGrpSpPr>
          <p:grpSpPr>
            <a:xfrm>
              <a:off x="203183" y="2968154"/>
              <a:ext cx="9652494" cy="2221806"/>
              <a:chOff x="203199" y="2952949"/>
              <a:chExt cx="11202795" cy="749920"/>
            </a:xfrm>
          </p:grpSpPr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23B66E16-180F-4984-A71D-F43EDCA783E0}"/>
                  </a:ext>
                </a:extLst>
              </p:cNvPr>
              <p:cNvSpPr/>
              <p:nvPr/>
            </p:nvSpPr>
            <p:spPr>
              <a:xfrm>
                <a:off x="203199" y="2952949"/>
                <a:ext cx="3599544" cy="747099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 dirty="0">
                  <a:solidFill>
                    <a:schemeClr val="tx1"/>
                  </a:solidFill>
                  <a:latin typeface="Arial Black" panose="020B0A04020102020204" pitchFamily="34" charset="0"/>
                </a:endParaRP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FD9ACB8E-C3DD-4421-93C1-4099BAE0C6BB}"/>
                  </a:ext>
                </a:extLst>
              </p:cNvPr>
              <p:cNvSpPr/>
              <p:nvPr/>
            </p:nvSpPr>
            <p:spPr>
              <a:xfrm>
                <a:off x="4004557" y="2955770"/>
                <a:ext cx="3599544" cy="747099"/>
              </a:xfrm>
              <a:prstGeom prst="rect">
                <a:avLst/>
              </a:prstGeom>
              <a:solidFill>
                <a:srgbClr val="FFFF6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  <a:latin typeface="Arial Black" panose="020B0A04020102020204" pitchFamily="34" charset="0"/>
                </a:endParaRP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257A0651-A436-43BF-AC52-9C92D613D83C}"/>
                  </a:ext>
                </a:extLst>
              </p:cNvPr>
              <p:cNvSpPr/>
              <p:nvPr/>
            </p:nvSpPr>
            <p:spPr>
              <a:xfrm>
                <a:off x="7806450" y="2955369"/>
                <a:ext cx="3599544" cy="747099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  <a:latin typeface="Arial Black" panose="020B0A04020102020204" pitchFamily="34" charset="0"/>
                </a:endParaRPr>
              </a:p>
            </p:txBody>
          </p:sp>
        </p:grp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D7B666D8-5BE6-45A2-83FA-C39EBF7208EE}"/>
                </a:ext>
              </a:extLst>
            </p:cNvPr>
            <p:cNvSpPr/>
            <p:nvPr/>
          </p:nvSpPr>
          <p:spPr>
            <a:xfrm>
              <a:off x="5239646" y="5272353"/>
              <a:ext cx="4615537" cy="747099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dirty="0">
                <a:solidFill>
                  <a:schemeClr val="tx1"/>
                </a:solidFill>
                <a:latin typeface="Arial Black" panose="020B0A04020102020204" pitchFamily="34" charset="0"/>
              </a:endParaRPr>
            </a:p>
          </p:txBody>
        </p: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CD2659E1-6678-4B32-AA67-79D01F8BA75F}"/>
              </a:ext>
            </a:extLst>
          </p:cNvPr>
          <p:cNvSpPr txBox="1"/>
          <p:nvPr/>
        </p:nvSpPr>
        <p:spPr>
          <a:xfrm rot="16200000">
            <a:off x="7573680" y="4363528"/>
            <a:ext cx="3987384" cy="9233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rgbClr val="FF0000">
                    <a:alpha val="9000"/>
                  </a:srgbClr>
                </a:solidFill>
                <a:latin typeface="Calibri" panose="020F0502020204030204"/>
              </a:rPr>
              <a:t>C</a:t>
            </a:r>
            <a:r>
              <a:rPr lang="en-US" sz="5400" b="1" dirty="0">
                <a:solidFill>
                  <a:srgbClr val="FFFF00">
                    <a:alpha val="9000"/>
                  </a:srgbClr>
                </a:solidFill>
                <a:latin typeface="Calibri" panose="020F0502020204030204"/>
              </a:rPr>
              <a:t>o</a:t>
            </a:r>
            <a:r>
              <a:rPr lang="en-US" sz="5400" b="1" dirty="0">
                <a:solidFill>
                  <a:srgbClr val="00B0F0">
                    <a:alpha val="9000"/>
                  </a:srgbClr>
                </a:solidFill>
                <a:latin typeface="Calibri" panose="020F0502020204030204"/>
              </a:rPr>
              <a:t>l</a:t>
            </a:r>
            <a:r>
              <a:rPr lang="en-US" sz="5400" b="1" dirty="0">
                <a:solidFill>
                  <a:srgbClr val="92D050">
                    <a:alpha val="9000"/>
                  </a:srgbClr>
                </a:solidFill>
                <a:latin typeface="Calibri" panose="020F0502020204030204"/>
              </a:rPr>
              <a:t>o</a:t>
            </a:r>
            <a:r>
              <a:rPr lang="en-US" sz="5400" b="1" dirty="0">
                <a:solidFill>
                  <a:srgbClr val="7030A0">
                    <a:alpha val="9000"/>
                  </a:srgbClr>
                </a:solidFill>
                <a:latin typeface="Calibri" panose="020F0502020204030204"/>
              </a:rPr>
              <a:t>r</a:t>
            </a:r>
            <a:r>
              <a:rPr lang="en-US" sz="5400" b="1" dirty="0">
                <a:solidFill>
                  <a:prstClr val="black">
                    <a:alpha val="9000"/>
                  </a:prstClr>
                </a:solidFill>
                <a:latin typeface="Calibri" panose="020F0502020204030204"/>
              </a:rPr>
              <a:t> </a:t>
            </a:r>
            <a:r>
              <a:rPr lang="en-US" sz="5400" b="1" dirty="0">
                <a:solidFill>
                  <a:srgbClr val="FF0000">
                    <a:alpha val="9000"/>
                  </a:srgbClr>
                </a:solidFill>
                <a:latin typeface="Calibri" panose="020F0502020204030204"/>
              </a:rPr>
              <a:t>S</a:t>
            </a:r>
            <a:r>
              <a:rPr lang="en-US" sz="5400" b="1" dirty="0">
                <a:solidFill>
                  <a:srgbClr val="FFFF00">
                    <a:alpha val="9000"/>
                  </a:srgbClr>
                </a:solidFill>
                <a:latin typeface="Calibri" panose="020F0502020204030204"/>
              </a:rPr>
              <a:t>p</a:t>
            </a:r>
            <a:r>
              <a:rPr lang="en-US" sz="5400" b="1" dirty="0">
                <a:solidFill>
                  <a:srgbClr val="00B0F0">
                    <a:alpha val="9000"/>
                  </a:srgbClr>
                </a:solidFill>
                <a:latin typeface="Calibri" panose="020F0502020204030204"/>
              </a:rPr>
              <a:t>l</a:t>
            </a:r>
            <a:r>
              <a:rPr lang="en-US" sz="5400" b="1" dirty="0">
                <a:solidFill>
                  <a:srgbClr val="92D050">
                    <a:alpha val="9000"/>
                  </a:srgbClr>
                </a:solidFill>
                <a:latin typeface="Calibri" panose="020F0502020204030204"/>
              </a:rPr>
              <a:t>a</a:t>
            </a:r>
            <a:r>
              <a:rPr lang="en-US" sz="5400" b="1" dirty="0">
                <a:solidFill>
                  <a:srgbClr val="7030A0">
                    <a:alpha val="9000"/>
                  </a:srgbClr>
                </a:solidFill>
                <a:latin typeface="Calibri" panose="020F0502020204030204"/>
              </a:rPr>
              <a:t>s</a:t>
            </a:r>
            <a:r>
              <a:rPr lang="en-US" sz="5400" b="1" dirty="0">
                <a:solidFill>
                  <a:srgbClr val="ED7D31">
                    <a:lumMod val="60000"/>
                    <a:lumOff val="40000"/>
                    <a:alpha val="9000"/>
                  </a:srgbClr>
                </a:solidFill>
                <a:latin typeface="Calibri" panose="020F0502020204030204"/>
              </a:rPr>
              <a:t>h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E750377-77ED-4D42-AF52-97FCF949C118}"/>
              </a:ext>
            </a:extLst>
          </p:cNvPr>
          <p:cNvSpPr txBox="1"/>
          <p:nvPr/>
        </p:nvSpPr>
        <p:spPr>
          <a:xfrm>
            <a:off x="202722" y="5272353"/>
            <a:ext cx="31014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rial Black" panose="020B0A04020102020204" pitchFamily="34" charset="0"/>
              </a:rPr>
              <a:t>Learning Resources: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E138DAE-B030-41E0-8B4B-84A0F517CAA2}"/>
              </a:ext>
            </a:extLst>
          </p:cNvPr>
          <p:cNvSpPr txBox="1"/>
          <p:nvPr/>
        </p:nvSpPr>
        <p:spPr>
          <a:xfrm>
            <a:off x="5262883" y="5272353"/>
            <a:ext cx="31014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rial Black" panose="020B0A04020102020204" pitchFamily="34" charset="0"/>
              </a:rPr>
              <a:t>Materials: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0B1F784-98D9-46E2-834E-A3718C7A1EA8}"/>
              </a:ext>
            </a:extLst>
          </p:cNvPr>
          <p:cNvSpPr txBox="1"/>
          <p:nvPr/>
        </p:nvSpPr>
        <p:spPr>
          <a:xfrm>
            <a:off x="202722" y="2976509"/>
            <a:ext cx="31014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rial Black" panose="020B0A04020102020204" pitchFamily="34" charset="0"/>
              </a:rPr>
              <a:t>Content Standards: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18414AC-A895-4047-9286-13C94ED885F6}"/>
              </a:ext>
            </a:extLst>
          </p:cNvPr>
          <p:cNvSpPr txBox="1"/>
          <p:nvPr/>
        </p:nvSpPr>
        <p:spPr>
          <a:xfrm>
            <a:off x="3478489" y="2976872"/>
            <a:ext cx="31014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rial Black" panose="020B0A04020102020204" pitchFamily="34" charset="0"/>
              </a:rPr>
              <a:t>Performance Standards: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40D10E4-9446-4343-AEB1-A6E9D8350EF6}"/>
              </a:ext>
            </a:extLst>
          </p:cNvPr>
          <p:cNvSpPr txBox="1"/>
          <p:nvPr/>
        </p:nvSpPr>
        <p:spPr>
          <a:xfrm>
            <a:off x="6753763" y="2971181"/>
            <a:ext cx="31014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rial Black" panose="020B0A04020102020204" pitchFamily="34" charset="0"/>
              </a:rPr>
              <a:t>Learning Competencies: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458DEE3-EB78-41C2-AA8F-BF5618FA97E3}"/>
              </a:ext>
            </a:extLst>
          </p:cNvPr>
          <p:cNvSpPr txBox="1"/>
          <p:nvPr/>
        </p:nvSpPr>
        <p:spPr>
          <a:xfrm>
            <a:off x="202722" y="6181941"/>
            <a:ext cx="31014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rial Black" panose="020B0A04020102020204" pitchFamily="34" charset="0"/>
              </a:rPr>
              <a:t>Remarks:</a:t>
            </a:r>
          </a:p>
        </p:txBody>
      </p:sp>
    </p:spTree>
    <p:extLst>
      <p:ext uri="{BB962C8B-B14F-4D97-AF65-F5344CB8AC3E}">
        <p14:creationId xmlns:p14="http://schemas.microsoft.com/office/powerpoint/2010/main" val="4707757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930</TotalTime>
  <Words>91</Words>
  <Application>Microsoft Office PowerPoint</Application>
  <PresentationFormat>Custom</PresentationFormat>
  <Paragraphs>37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Aptos</vt:lpstr>
      <vt:lpstr>Aptos Display</vt:lpstr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hellotuners1@outlook.com</dc:creator>
  <cp:lastModifiedBy>hellotuners1@outlook.com</cp:lastModifiedBy>
  <cp:revision>184</cp:revision>
  <dcterms:created xsi:type="dcterms:W3CDTF">2025-02-18T12:00:50Z</dcterms:created>
  <dcterms:modified xsi:type="dcterms:W3CDTF">2025-04-06T17:01:42Z</dcterms:modified>
</cp:coreProperties>
</file>