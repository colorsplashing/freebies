
<file path=[Content_Types].xml><?xml version="1.0" encoding="utf-8"?>
<Types xmlns="http://schemas.openxmlformats.org/package/2006/content-types">
  <Default Extension="ico" ContentType="image/x-ico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sldIdLst>
    <p:sldId id="298" r:id="rId3"/>
    <p:sldId id="309" r:id="rId4"/>
    <p:sldId id="310" r:id="rId5"/>
    <p:sldId id="311" r:id="rId6"/>
    <p:sldId id="312" r:id="rId7"/>
    <p:sldId id="313" r:id="rId8"/>
    <p:sldId id="315" r:id="rId9"/>
    <p:sldId id="316" r:id="rId10"/>
    <p:sldId id="317" r:id="rId11"/>
    <p:sldId id="318" r:id="rId12"/>
    <p:sldId id="319" r:id="rId13"/>
    <p:sldId id="320" r:id="rId14"/>
    <p:sldId id="321" r:id="rId15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774A"/>
    <a:srgbClr val="F28E3D"/>
    <a:srgbClr val="FCBC32"/>
    <a:srgbClr val="E27C37"/>
    <a:srgbClr val="FCE507"/>
    <a:srgbClr val="3D0161"/>
    <a:srgbClr val="D6081B"/>
    <a:srgbClr val="FBE13A"/>
    <a:srgbClr val="F17743"/>
    <a:srgbClr val="67C9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4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503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39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5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52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71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721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25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821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482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961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28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60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82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75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344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020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7091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7571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7115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203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8491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10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9E5BE-372F-4D7C-BC0C-F3FB3BEE47A0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187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67A8E7-1EE1-49F7-A207-B4B55EFB1A41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65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ico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ico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ico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ico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ico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ico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ico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ico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5.ico"/><Relationship Id="rId7" Type="http://schemas.openxmlformats.org/officeDocument/2006/relationships/image" Target="../media/image2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ico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ico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ico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E5BB9B4C-94EA-432D-AD60-61172B03E7A7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F97CBE-E4BC-451B-8C3A-C1CE6006B557}"/>
              </a:ext>
            </a:extLst>
          </p:cNvPr>
          <p:cNvSpPr/>
          <p:nvPr/>
        </p:nvSpPr>
        <p:spPr>
          <a:xfrm>
            <a:off x="-67010" y="217150"/>
            <a:ext cx="10058400" cy="100908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CCB88C-4CF5-4D22-8871-C7098F67AC28}"/>
              </a:ext>
            </a:extLst>
          </p:cNvPr>
          <p:cNvSpPr txBox="1"/>
          <p:nvPr/>
        </p:nvSpPr>
        <p:spPr>
          <a:xfrm>
            <a:off x="0" y="152796"/>
            <a:ext cx="10058400" cy="1015663"/>
          </a:xfrm>
          <a:prstGeom prst="rect">
            <a:avLst/>
          </a:prstGeom>
          <a:noFill/>
          <a:ln>
            <a:noFill/>
          </a:ln>
          <a:effectLst>
            <a:softEdge rad="457200"/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156082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F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r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u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i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</a:t>
            </a: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6774A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67D091-F865-43D2-938E-E8C9A5E932FD}"/>
              </a:ext>
            </a:extLst>
          </p:cNvPr>
          <p:cNvSpPr txBox="1"/>
          <p:nvPr/>
        </p:nvSpPr>
        <p:spPr>
          <a:xfrm>
            <a:off x="0" y="1161876"/>
            <a:ext cx="1005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Cut and Sort</a:t>
            </a: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8B5FBD21-B10F-44BC-9266-FE36EE890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022" y="1993282"/>
            <a:ext cx="1661662" cy="1661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BA2CDB2-FE39-46A4-AF4C-0501A25FA871}"/>
              </a:ext>
            </a:extLst>
          </p:cNvPr>
          <p:cNvGrpSpPr/>
          <p:nvPr/>
        </p:nvGrpSpPr>
        <p:grpSpPr>
          <a:xfrm>
            <a:off x="367927" y="3817949"/>
            <a:ext cx="3921160" cy="3752050"/>
            <a:chOff x="2977689" y="1770657"/>
            <a:chExt cx="5451149" cy="5216054"/>
          </a:xfrm>
        </p:grpSpPr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EB321AD7-C34E-4DA5-ACF5-D5959ABBDA5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55" t="67037"/>
            <a:stretch/>
          </p:blipFill>
          <p:spPr bwMode="auto">
            <a:xfrm>
              <a:off x="2977689" y="1770657"/>
              <a:ext cx="1659409" cy="1645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1629D795-4663-4B9E-9123-2D28E045282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510" t="67037" r="33245"/>
            <a:stretch/>
          </p:blipFill>
          <p:spPr bwMode="auto">
            <a:xfrm>
              <a:off x="6769429" y="3542994"/>
              <a:ext cx="1659409" cy="1645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DD34CB52-230B-45E8-9CF7-326FE563EF8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5" t="67037" r="66430"/>
            <a:stretch/>
          </p:blipFill>
          <p:spPr bwMode="auto">
            <a:xfrm>
              <a:off x="6769429" y="1770657"/>
              <a:ext cx="1659409" cy="1645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7DD424FF-8AF2-4B5A-B24D-AEBB95577B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55" t="34074" b="32963"/>
            <a:stretch/>
          </p:blipFill>
          <p:spPr bwMode="auto">
            <a:xfrm>
              <a:off x="4881854" y="3542994"/>
              <a:ext cx="1659409" cy="1645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D2FB6FC7-5C12-4878-BC53-E4567FC9CC5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510" t="34143" r="33245" b="32894"/>
            <a:stretch/>
          </p:blipFill>
          <p:spPr bwMode="auto">
            <a:xfrm>
              <a:off x="4881854" y="5341372"/>
              <a:ext cx="1659409" cy="1645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66CF85FF-F4DC-4E1B-97F9-C68BA4B48A5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5" t="34074" r="66430" b="32963"/>
            <a:stretch/>
          </p:blipFill>
          <p:spPr bwMode="auto">
            <a:xfrm>
              <a:off x="4873858" y="1770657"/>
              <a:ext cx="1659409" cy="1645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10046433-D52D-4CE8-B96B-E4293E00A0E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55" t="1111" b="65926"/>
            <a:stretch/>
          </p:blipFill>
          <p:spPr bwMode="auto">
            <a:xfrm>
              <a:off x="2994279" y="5341372"/>
              <a:ext cx="1659409" cy="1645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312F2537-227A-483B-A907-15BB8FF1095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510" t="1204" r="33245" b="65833"/>
            <a:stretch/>
          </p:blipFill>
          <p:spPr bwMode="auto">
            <a:xfrm>
              <a:off x="2994279" y="3542994"/>
              <a:ext cx="1659409" cy="1645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">
              <a:extLst>
                <a:ext uri="{FF2B5EF4-FFF2-40B4-BE49-F238E27FC236}">
                  <a16:creationId xmlns:a16="http://schemas.microsoft.com/office/drawing/2014/main" id="{03B8DC27-9943-4B88-A9E6-8AC8D8A64B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5" t="1111" r="66430" b="65926"/>
            <a:stretch/>
          </p:blipFill>
          <p:spPr bwMode="auto">
            <a:xfrm>
              <a:off x="6769429" y="5341372"/>
              <a:ext cx="1659409" cy="1645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E6AD536-34DB-46D3-A13D-16F1ED334CEF}"/>
              </a:ext>
            </a:extLst>
          </p:cNvPr>
          <p:cNvSpPr txBox="1"/>
          <p:nvPr/>
        </p:nvSpPr>
        <p:spPr>
          <a:xfrm>
            <a:off x="1976684" y="2494039"/>
            <a:ext cx="27297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3D0161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Grapes</a:t>
            </a:r>
            <a:endParaRPr kumimoji="0" lang="en-US" sz="6000" b="0" i="0" u="none" strike="noStrike" kern="1200" cap="none" spc="0" normalizeH="0" baseline="0" noProof="0" dirty="0">
              <a:ln w="28575">
                <a:solidFill>
                  <a:sysClr val="windowText" lastClr="000000"/>
                </a:solidFill>
              </a:ln>
              <a:solidFill>
                <a:srgbClr val="3D0161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D7E2CC1-4CF4-4D5A-B84E-E7A12DB3A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12" y="1993282"/>
            <a:ext cx="1661662" cy="1661662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2B5AE5AB-2C57-487F-84BA-16497FA6F53F}"/>
              </a:ext>
            </a:extLst>
          </p:cNvPr>
          <p:cNvGrpSpPr/>
          <p:nvPr/>
        </p:nvGrpSpPr>
        <p:grpSpPr>
          <a:xfrm>
            <a:off x="5831174" y="3775422"/>
            <a:ext cx="3929012" cy="3800606"/>
            <a:chOff x="2724878" y="2014493"/>
            <a:chExt cx="5476492" cy="5297515"/>
          </a:xfrm>
        </p:grpSpPr>
        <p:pic>
          <p:nvPicPr>
            <p:cNvPr id="24" name="Picture 2">
              <a:extLst>
                <a:ext uri="{FF2B5EF4-FFF2-40B4-BE49-F238E27FC236}">
                  <a16:creationId xmlns:a16="http://schemas.microsoft.com/office/drawing/2014/main" id="{0603D0A5-3E2A-49E8-A684-E41F3947BB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55" t="67037"/>
            <a:stretch/>
          </p:blipFill>
          <p:spPr bwMode="auto">
            <a:xfrm>
              <a:off x="4635841" y="3865905"/>
              <a:ext cx="1659409" cy="1645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8D4A4348-0F49-45D0-9D4C-01D77EDDD97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55" t="34074" b="32963"/>
            <a:stretch/>
          </p:blipFill>
          <p:spPr bwMode="auto">
            <a:xfrm>
              <a:off x="2729718" y="5666666"/>
              <a:ext cx="1659409" cy="1645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1CA7A96A-5DF9-4536-A229-02B213F61E5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55" t="1111" b="65926"/>
            <a:stretch/>
          </p:blipFill>
          <p:spPr bwMode="auto">
            <a:xfrm>
              <a:off x="4635841" y="5666667"/>
              <a:ext cx="1659409" cy="1645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">
              <a:extLst>
                <a:ext uri="{FF2B5EF4-FFF2-40B4-BE49-F238E27FC236}">
                  <a16:creationId xmlns:a16="http://schemas.microsoft.com/office/drawing/2014/main" id="{68F4329F-A7D1-4369-AD8F-2D58F23C7AE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510" t="67037" r="33245"/>
            <a:stretch/>
          </p:blipFill>
          <p:spPr bwMode="auto">
            <a:xfrm>
              <a:off x="6541961" y="3865906"/>
              <a:ext cx="1659409" cy="1645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372BBAF2-3FC0-4881-ACAE-F61CBF117D9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510" t="34074" r="33245" b="32963"/>
            <a:stretch/>
          </p:blipFill>
          <p:spPr bwMode="auto">
            <a:xfrm>
              <a:off x="6541961" y="5666668"/>
              <a:ext cx="1659409" cy="1645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2">
              <a:extLst>
                <a:ext uri="{FF2B5EF4-FFF2-40B4-BE49-F238E27FC236}">
                  <a16:creationId xmlns:a16="http://schemas.microsoft.com/office/drawing/2014/main" id="{DA8F4745-FAE9-4D0B-8AB9-DE446F49FD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510" t="1111" r="33245" b="65926"/>
            <a:stretch/>
          </p:blipFill>
          <p:spPr bwMode="auto">
            <a:xfrm>
              <a:off x="2724878" y="3865905"/>
              <a:ext cx="1659409" cy="1645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10B7CEFF-9DAE-441C-9B29-E8A4A21A389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" t="67037" r="66490"/>
            <a:stretch/>
          </p:blipFill>
          <p:spPr bwMode="auto">
            <a:xfrm>
              <a:off x="6541961" y="2014493"/>
              <a:ext cx="1659409" cy="1645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8C88AFF3-1374-4C66-AF22-5F641E509B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" t="34094" r="66490" b="32943"/>
            <a:stretch/>
          </p:blipFill>
          <p:spPr bwMode="auto">
            <a:xfrm>
              <a:off x="2730992" y="2014493"/>
              <a:ext cx="1659409" cy="1645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2">
              <a:extLst>
                <a:ext uri="{FF2B5EF4-FFF2-40B4-BE49-F238E27FC236}">
                  <a16:creationId xmlns:a16="http://schemas.microsoft.com/office/drawing/2014/main" id="{8A54BD6A-BF84-4F97-AA6E-0B45C5BA0DC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" t="1112" r="66490" b="65925"/>
            <a:stretch/>
          </p:blipFill>
          <p:spPr bwMode="auto">
            <a:xfrm>
              <a:off x="4635841" y="2014493"/>
              <a:ext cx="1659409" cy="1645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B5A384A-FAB5-4705-A9A8-6F042AB2DDAB}"/>
              </a:ext>
            </a:extLst>
          </p:cNvPr>
          <p:cNvSpPr txBox="1"/>
          <p:nvPr/>
        </p:nvSpPr>
        <p:spPr>
          <a:xfrm>
            <a:off x="5622487" y="2454528"/>
            <a:ext cx="24863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srgbClr val="FCE50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Lemon</a:t>
            </a:r>
          </a:p>
        </p:txBody>
      </p:sp>
    </p:spTree>
    <p:extLst>
      <p:ext uri="{BB962C8B-B14F-4D97-AF65-F5344CB8AC3E}">
        <p14:creationId xmlns:p14="http://schemas.microsoft.com/office/powerpoint/2010/main" val="2190989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EF6DE1-F268-45C7-929C-7D382F5CE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5465" y="1885163"/>
            <a:ext cx="2743200" cy="27432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3C6B899-F449-44E8-85B0-3E2055F9B32F}"/>
              </a:ext>
            </a:extLst>
          </p:cNvPr>
          <p:cNvGrpSpPr/>
          <p:nvPr/>
        </p:nvGrpSpPr>
        <p:grpSpPr>
          <a:xfrm>
            <a:off x="501277" y="1885163"/>
            <a:ext cx="5651296" cy="5430037"/>
            <a:chOff x="699818" y="1870649"/>
            <a:chExt cx="5820922" cy="559302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633DDF2-8D37-4662-B391-5394A3F8AE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086" t="66214"/>
            <a:stretch/>
          </p:blipFill>
          <p:spPr>
            <a:xfrm>
              <a:off x="699819" y="1870649"/>
              <a:ext cx="1653915" cy="1647669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5835CD9-1D17-4187-970D-0C7B75F8C3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086" t="32428" b="33786"/>
            <a:stretch/>
          </p:blipFill>
          <p:spPr>
            <a:xfrm>
              <a:off x="699818" y="5816002"/>
              <a:ext cx="1653915" cy="164766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3489786-1115-48E1-8B62-788F06A5CC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086" t="-1358" b="67572"/>
            <a:stretch/>
          </p:blipFill>
          <p:spPr>
            <a:xfrm>
              <a:off x="2839222" y="3811165"/>
              <a:ext cx="1653915" cy="164766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6A7A76B-D848-42D1-A9B7-9C3FAD044E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2172" t="66214" r="33914"/>
            <a:stretch/>
          </p:blipFill>
          <p:spPr>
            <a:xfrm>
              <a:off x="722149" y="3853092"/>
              <a:ext cx="1653915" cy="164766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82501F7-E301-4C5F-ABF5-3CFB1D2A3E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2172" t="32428" r="33914" b="33786"/>
            <a:stretch/>
          </p:blipFill>
          <p:spPr>
            <a:xfrm>
              <a:off x="4866825" y="5816002"/>
              <a:ext cx="1653915" cy="164766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F027BA8-00A6-4A07-817F-DF1BB44F59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2172" t="-1357" r="33914" b="67571"/>
            <a:stretch/>
          </p:blipFill>
          <p:spPr>
            <a:xfrm>
              <a:off x="2839707" y="5751682"/>
              <a:ext cx="1653915" cy="164766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CBA1712-7CFF-464F-BDE7-D0D37719E1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1741" t="66214" r="67826"/>
            <a:stretch/>
          </p:blipFill>
          <p:spPr>
            <a:xfrm>
              <a:off x="4866825" y="1870649"/>
              <a:ext cx="1653915" cy="164766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8DAC942-CD16-4057-A048-454F5BF9CC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1741" t="33107" r="67826" b="33107"/>
            <a:stretch/>
          </p:blipFill>
          <p:spPr>
            <a:xfrm>
              <a:off x="4844494" y="3886200"/>
              <a:ext cx="1653915" cy="164766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A417F05-087A-423B-B6B7-D8505FBB32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1741" t="-679" r="67826" b="66893"/>
            <a:stretch/>
          </p:blipFill>
          <p:spPr>
            <a:xfrm>
              <a:off x="2839222" y="1870649"/>
              <a:ext cx="1653915" cy="1647669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84A3F4B-48DE-4C17-A3FC-73A0A821F971}"/>
              </a:ext>
            </a:extLst>
          </p:cNvPr>
          <p:cNvSpPr txBox="1"/>
          <p:nvPr/>
        </p:nvSpPr>
        <p:spPr>
          <a:xfrm>
            <a:off x="2130660" y="875732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97E2E06-69CD-4D25-8453-E520921719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958" y="-2953"/>
            <a:ext cx="1745520" cy="103072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6EB4EE6-D1CE-477F-8953-67F42F58CDFA}"/>
              </a:ext>
            </a:extLst>
          </p:cNvPr>
          <p:cNvSpPr txBox="1"/>
          <p:nvPr/>
        </p:nvSpPr>
        <p:spPr>
          <a:xfrm>
            <a:off x="6836408" y="684834"/>
            <a:ext cx="31894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7200" dirty="0">
                <a:ln w="28575">
                  <a:solidFill>
                    <a:sysClr val="windowText" lastClr="000000"/>
                  </a:solidFill>
                </a:ln>
                <a:solidFill>
                  <a:srgbClr val="67C923"/>
                </a:solidFill>
                <a:latin typeface="Arial Black" panose="020B0A04020102020204" pitchFamily="34" charset="0"/>
              </a:rPr>
              <a:t>Apple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092E84-279D-4F48-AD76-BA99608EA2E6}"/>
              </a:ext>
            </a:extLst>
          </p:cNvPr>
          <p:cNvSpPr txBox="1"/>
          <p:nvPr/>
        </p:nvSpPr>
        <p:spPr>
          <a:xfrm rot="19181013">
            <a:off x="2562539" y="3428358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9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9000"/>
                  </a:schemeClr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154622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7C4B137-7263-4B04-9BC2-0164161A7B54}"/>
              </a:ext>
            </a:extLst>
          </p:cNvPr>
          <p:cNvSpPr txBox="1"/>
          <p:nvPr/>
        </p:nvSpPr>
        <p:spPr>
          <a:xfrm>
            <a:off x="2130660" y="875732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896A359-5BD0-4AF8-B341-52F527E73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958" y="-2953"/>
            <a:ext cx="1745520" cy="103072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BCEFF05-B8E4-406A-9F20-6C483B3C8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157" y="1976240"/>
            <a:ext cx="3022600" cy="302260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94197D6D-EA23-4D11-A14C-108DCB746A8F}"/>
              </a:ext>
            </a:extLst>
          </p:cNvPr>
          <p:cNvGrpSpPr/>
          <p:nvPr/>
        </p:nvGrpSpPr>
        <p:grpSpPr>
          <a:xfrm>
            <a:off x="575266" y="1976240"/>
            <a:ext cx="5333852" cy="4721827"/>
            <a:chOff x="649576" y="2844800"/>
            <a:chExt cx="4623642" cy="4093109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E6B10CB-69D3-4279-B243-7043D6AF8A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6381" t="65810" r="-1" b="1"/>
            <a:stretch/>
          </p:blipFill>
          <p:spPr>
            <a:xfrm>
              <a:off x="2398633" y="2844800"/>
              <a:ext cx="1230024" cy="1250882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69B3502-586C-46ED-9821-B2C660EB69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6381" t="31621" r="-1" b="34190"/>
            <a:stretch/>
          </p:blipFill>
          <p:spPr>
            <a:xfrm>
              <a:off x="649576" y="5687027"/>
              <a:ext cx="1230024" cy="1250882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7219232-1A5D-44D7-86F8-8249BCAB50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6381" t="-2568" r="-1" b="68379"/>
            <a:stretch/>
          </p:blipFill>
          <p:spPr>
            <a:xfrm>
              <a:off x="2398633" y="5687027"/>
              <a:ext cx="1230024" cy="1250882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0C6816C-3362-40A9-AA0B-76CECA9A7B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761" t="65810" r="33619" b="1"/>
            <a:stretch/>
          </p:blipFill>
          <p:spPr>
            <a:xfrm>
              <a:off x="2398633" y="4327559"/>
              <a:ext cx="1230024" cy="1250882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BAF6122-31E3-4D81-BB10-0D100A5F90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761" t="31621" r="33619" b="34190"/>
            <a:stretch/>
          </p:blipFill>
          <p:spPr>
            <a:xfrm>
              <a:off x="649576" y="2844800"/>
              <a:ext cx="1230024" cy="1250882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EC2581C-CC66-42CE-A3DA-FA7BA7646D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761" t="-695" r="33619" b="66506"/>
            <a:stretch/>
          </p:blipFill>
          <p:spPr>
            <a:xfrm>
              <a:off x="649576" y="4327559"/>
              <a:ext cx="1230024" cy="1250882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527878D-8650-46E4-9F37-C1677099EE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859" t="65810" r="67239" b="1"/>
            <a:stretch/>
          </p:blipFill>
          <p:spPr>
            <a:xfrm>
              <a:off x="4034939" y="2844800"/>
              <a:ext cx="1230024" cy="1250882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0CAC1563-F18A-4D50-807E-D818D2B696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859" t="32557" r="67239" b="33254"/>
            <a:stretch/>
          </p:blipFill>
          <p:spPr>
            <a:xfrm>
              <a:off x="4043194" y="4327559"/>
              <a:ext cx="1230024" cy="1250882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212C32A4-77BD-4670-A688-712971DCF3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859" t="-1511" r="67239" b="67322"/>
            <a:stretch/>
          </p:blipFill>
          <p:spPr>
            <a:xfrm>
              <a:off x="4043194" y="5687027"/>
              <a:ext cx="1230024" cy="1250882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88574AB5-BEBE-4954-A721-481208441909}"/>
              </a:ext>
            </a:extLst>
          </p:cNvPr>
          <p:cNvSpPr txBox="1"/>
          <p:nvPr/>
        </p:nvSpPr>
        <p:spPr>
          <a:xfrm>
            <a:off x="5936482" y="737232"/>
            <a:ext cx="41219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7200" dirty="0">
                <a:ln w="28575">
                  <a:solidFill>
                    <a:sysClr val="windowText" lastClr="000000"/>
                  </a:solidFill>
                </a:ln>
                <a:solidFill>
                  <a:srgbClr val="FC8511"/>
                </a:solidFill>
                <a:latin typeface="Arial Black" panose="020B0A04020102020204" pitchFamily="34" charset="0"/>
              </a:rPr>
              <a:t>Orange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6C5D17-4DFF-412E-ADD0-35B247AD3601}"/>
              </a:ext>
            </a:extLst>
          </p:cNvPr>
          <p:cNvSpPr txBox="1"/>
          <p:nvPr/>
        </p:nvSpPr>
        <p:spPr>
          <a:xfrm rot="19181013">
            <a:off x="478746" y="3396365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9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9000"/>
                  </a:schemeClr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514034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7C4B137-7263-4B04-9BC2-0164161A7B54}"/>
              </a:ext>
            </a:extLst>
          </p:cNvPr>
          <p:cNvSpPr txBox="1"/>
          <p:nvPr/>
        </p:nvSpPr>
        <p:spPr>
          <a:xfrm>
            <a:off x="2130660" y="875732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896A359-5BD0-4AF8-B341-52F527E73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958" y="-2953"/>
            <a:ext cx="1745520" cy="10307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4284736-F183-4A85-BA42-D7905DFCB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59044" y="1187445"/>
            <a:ext cx="1085093" cy="108509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26E1A51-44DA-4B8A-81A2-E3A5D0CC5887}"/>
              </a:ext>
            </a:extLst>
          </p:cNvPr>
          <p:cNvGrpSpPr/>
          <p:nvPr/>
        </p:nvGrpSpPr>
        <p:grpSpPr>
          <a:xfrm>
            <a:off x="346169" y="1906458"/>
            <a:ext cx="5513098" cy="5462669"/>
            <a:chOff x="634791" y="1380170"/>
            <a:chExt cx="5282534" cy="523421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083E7C6-56A9-45B8-9C21-77ED07B0D0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5959" t="66609"/>
            <a:stretch/>
          </p:blipFill>
          <p:spPr>
            <a:xfrm>
              <a:off x="2499856" y="4983974"/>
              <a:ext cx="1660135" cy="1628391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3808AFD-389A-409E-9113-34A098F84A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5959" t="33218" b="33391"/>
            <a:stretch/>
          </p:blipFill>
          <p:spPr>
            <a:xfrm>
              <a:off x="634791" y="4983973"/>
              <a:ext cx="1660135" cy="1628391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70F39E20-B10C-447D-85DF-69F3A9EE21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5959" t="-173" b="66782"/>
            <a:stretch/>
          </p:blipFill>
          <p:spPr>
            <a:xfrm>
              <a:off x="4257190" y="4985993"/>
              <a:ext cx="1660135" cy="1628391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70F1AA66-DE41-41D0-AC0A-B8BE7408F8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1918" t="66609" r="34041"/>
            <a:stretch/>
          </p:blipFill>
          <p:spPr>
            <a:xfrm>
              <a:off x="653717" y="1380170"/>
              <a:ext cx="1660135" cy="1628391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9FF328F6-1B4A-4725-A4D2-01A82018B4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1918" t="33275" r="34041" b="33334"/>
            <a:stretch/>
          </p:blipFill>
          <p:spPr>
            <a:xfrm>
              <a:off x="2499857" y="1380171"/>
              <a:ext cx="1660135" cy="1628391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0C851459-B1DD-4EAC-BE5C-E75051D941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1918" t="-47" r="34041" b="66656"/>
            <a:stretch/>
          </p:blipFill>
          <p:spPr>
            <a:xfrm>
              <a:off x="653717" y="3131457"/>
              <a:ext cx="1660135" cy="1628391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BC1F6BB-0212-41DB-A898-B529B68598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-2123" t="66369" r="68082" b="240"/>
            <a:stretch/>
          </p:blipFill>
          <p:spPr>
            <a:xfrm>
              <a:off x="4257189" y="1380171"/>
              <a:ext cx="1660135" cy="1628391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2CC2B187-C60A-4BFC-ABDB-8B1F8B4EDC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-2123" t="32998" r="68082" b="33611"/>
            <a:stretch/>
          </p:blipFill>
          <p:spPr>
            <a:xfrm>
              <a:off x="2499856" y="3183082"/>
              <a:ext cx="1660135" cy="1628391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6A0091B-9B70-4112-9E61-16C314F69F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-2123" t="100" r="68082" b="66510"/>
            <a:stretch/>
          </p:blipFill>
          <p:spPr>
            <a:xfrm>
              <a:off x="4257188" y="3183082"/>
              <a:ext cx="1660135" cy="1628391"/>
            </a:xfrm>
            <a:prstGeom prst="rect">
              <a:avLst/>
            </a:prstGeom>
          </p:spPr>
        </p:pic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B15BF058-36F2-4084-BD4D-883D44B31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9143" y="1906458"/>
            <a:ext cx="3098187" cy="3098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A043112-CAB9-400F-88D3-398F9DB7DCD5}"/>
              </a:ext>
            </a:extLst>
          </p:cNvPr>
          <p:cNvSpPr txBox="1"/>
          <p:nvPr/>
        </p:nvSpPr>
        <p:spPr>
          <a:xfrm>
            <a:off x="6851336" y="706129"/>
            <a:ext cx="29959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7200" dirty="0">
                <a:ln w="28575">
                  <a:solidFill>
                    <a:sysClr val="windowText" lastClr="000000"/>
                  </a:solidFill>
                </a:ln>
                <a:solidFill>
                  <a:srgbClr val="A3587F"/>
                </a:solidFill>
                <a:latin typeface="Arial Black" panose="020B0A04020102020204" pitchFamily="34" charset="0"/>
              </a:rPr>
              <a:t>Plum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8E0874-1973-4276-873D-4A1F38511B4A}"/>
              </a:ext>
            </a:extLst>
          </p:cNvPr>
          <p:cNvSpPr txBox="1"/>
          <p:nvPr/>
        </p:nvSpPr>
        <p:spPr>
          <a:xfrm rot="19181013">
            <a:off x="2562539" y="3428358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9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9000"/>
                  </a:schemeClr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4092996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7C4B137-7263-4B04-9BC2-0164161A7B54}"/>
              </a:ext>
            </a:extLst>
          </p:cNvPr>
          <p:cNvSpPr txBox="1"/>
          <p:nvPr/>
        </p:nvSpPr>
        <p:spPr>
          <a:xfrm>
            <a:off x="2130660" y="875732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896A359-5BD0-4AF8-B341-52F527E73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958" y="-2953"/>
            <a:ext cx="1745520" cy="103072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A16F681-3B7F-4F88-8548-3C74E0589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79" y="1686441"/>
            <a:ext cx="2990110" cy="299011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FB56B1D-30DA-451F-89F6-5E222B3B1FCF}"/>
              </a:ext>
            </a:extLst>
          </p:cNvPr>
          <p:cNvGrpSpPr/>
          <p:nvPr/>
        </p:nvGrpSpPr>
        <p:grpSpPr>
          <a:xfrm>
            <a:off x="482927" y="1686441"/>
            <a:ext cx="5798294" cy="5523828"/>
            <a:chOff x="952949" y="1508329"/>
            <a:chExt cx="5544588" cy="5282131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FA666A93-F429-4C60-A7AD-8157CA2009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063" t="66572"/>
            <a:stretch/>
          </p:blipFill>
          <p:spPr bwMode="auto">
            <a:xfrm>
              <a:off x="4842515" y="1508330"/>
              <a:ext cx="1655021" cy="16302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B2256419-C6C8-4D41-8768-D25EBB088FA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063" t="33174" b="33398"/>
            <a:stretch/>
          </p:blipFill>
          <p:spPr bwMode="auto">
            <a:xfrm>
              <a:off x="4842516" y="5153024"/>
              <a:ext cx="1655021" cy="16302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">
              <a:extLst>
                <a:ext uri="{FF2B5EF4-FFF2-40B4-BE49-F238E27FC236}">
                  <a16:creationId xmlns:a16="http://schemas.microsoft.com/office/drawing/2014/main" id="{0F781CDD-9792-48E3-BCA7-67F162199AC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063" t="-224" b="66796"/>
            <a:stretch/>
          </p:blipFill>
          <p:spPr bwMode="auto">
            <a:xfrm>
              <a:off x="4842516" y="3329372"/>
              <a:ext cx="1655021" cy="16302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">
              <a:extLst>
                <a:ext uri="{FF2B5EF4-FFF2-40B4-BE49-F238E27FC236}">
                  <a16:creationId xmlns:a16="http://schemas.microsoft.com/office/drawing/2014/main" id="{19596B42-E21E-47D9-8DF5-39151150F4A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126" t="66643" r="33937" b="-71"/>
            <a:stretch/>
          </p:blipFill>
          <p:spPr bwMode="auto">
            <a:xfrm>
              <a:off x="2897730" y="1508329"/>
              <a:ext cx="1655021" cy="16302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2">
              <a:extLst>
                <a:ext uri="{FF2B5EF4-FFF2-40B4-BE49-F238E27FC236}">
                  <a16:creationId xmlns:a16="http://schemas.microsoft.com/office/drawing/2014/main" id="{EEF5C88B-8E93-4E63-8DB0-778CD65DE6A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126" t="33275" r="33937" b="33297"/>
            <a:stretch/>
          </p:blipFill>
          <p:spPr bwMode="auto">
            <a:xfrm>
              <a:off x="952949" y="1508329"/>
              <a:ext cx="1655021" cy="16302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">
              <a:extLst>
                <a:ext uri="{FF2B5EF4-FFF2-40B4-BE49-F238E27FC236}">
                  <a16:creationId xmlns:a16="http://schemas.microsoft.com/office/drawing/2014/main" id="{1D3D399D-7C03-47B0-BC1D-1791683B920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126" t="-138" r="33937" b="66710"/>
            <a:stretch/>
          </p:blipFill>
          <p:spPr bwMode="auto">
            <a:xfrm>
              <a:off x="952949" y="3339907"/>
              <a:ext cx="1655021" cy="16302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">
              <a:extLst>
                <a:ext uri="{FF2B5EF4-FFF2-40B4-BE49-F238E27FC236}">
                  <a16:creationId xmlns:a16="http://schemas.microsoft.com/office/drawing/2014/main" id="{D2669F8A-14C2-4817-B1AF-0C64BC4B08E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811" t="66598" r="67874" b="-26"/>
            <a:stretch/>
          </p:blipFill>
          <p:spPr bwMode="auto">
            <a:xfrm>
              <a:off x="952949" y="5160227"/>
              <a:ext cx="1655021" cy="16302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2">
              <a:extLst>
                <a:ext uri="{FF2B5EF4-FFF2-40B4-BE49-F238E27FC236}">
                  <a16:creationId xmlns:a16="http://schemas.microsoft.com/office/drawing/2014/main" id="{BE937819-3235-4DA1-9953-AC5C2B34B46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811" t="33260" r="67874" b="33312"/>
            <a:stretch/>
          </p:blipFill>
          <p:spPr bwMode="auto">
            <a:xfrm>
              <a:off x="2897731" y="5136442"/>
              <a:ext cx="1655021" cy="16302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5AC7D341-A2E0-48ED-8ED6-7CD1799D9EF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811" t="-281" r="67874" b="66853"/>
            <a:stretch/>
          </p:blipFill>
          <p:spPr bwMode="auto">
            <a:xfrm>
              <a:off x="2897732" y="3316121"/>
              <a:ext cx="1655021" cy="16302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1F1263AB-A56A-4857-9136-309563090F02}"/>
              </a:ext>
            </a:extLst>
          </p:cNvPr>
          <p:cNvSpPr txBox="1"/>
          <p:nvPr/>
        </p:nvSpPr>
        <p:spPr>
          <a:xfrm>
            <a:off x="6988326" y="486112"/>
            <a:ext cx="26198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7200" dirty="0">
                <a:ln w="28575">
                  <a:solidFill>
                    <a:sysClr val="windowText" lastClr="000000"/>
                  </a:solidFill>
                </a:ln>
                <a:solidFill>
                  <a:srgbClr val="DDD23B"/>
                </a:solidFill>
                <a:latin typeface="Arial Black" panose="020B0A04020102020204" pitchFamily="34" charset="0"/>
              </a:rPr>
              <a:t>Pear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6B57936-1148-47B6-A9B9-CD9DA98FA4E2}"/>
              </a:ext>
            </a:extLst>
          </p:cNvPr>
          <p:cNvSpPr txBox="1"/>
          <p:nvPr/>
        </p:nvSpPr>
        <p:spPr>
          <a:xfrm rot="19181013">
            <a:off x="1984112" y="2637694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9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9000"/>
                  </a:schemeClr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955537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7C4B137-7263-4B04-9BC2-0164161A7B54}"/>
              </a:ext>
            </a:extLst>
          </p:cNvPr>
          <p:cNvSpPr txBox="1"/>
          <p:nvPr/>
        </p:nvSpPr>
        <p:spPr>
          <a:xfrm>
            <a:off x="2130660" y="875732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896A359-5BD0-4AF8-B341-52F527E73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958" y="-2953"/>
            <a:ext cx="1745520" cy="103072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C305B5D-225E-4DF6-85C0-91F4D02C3CCE}"/>
              </a:ext>
            </a:extLst>
          </p:cNvPr>
          <p:cNvSpPr txBox="1"/>
          <p:nvPr/>
        </p:nvSpPr>
        <p:spPr>
          <a:xfrm>
            <a:off x="6666072" y="625242"/>
            <a:ext cx="3392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7200" dirty="0">
                <a:ln w="28575">
                  <a:solidFill>
                    <a:sysClr val="windowText" lastClr="000000"/>
                  </a:solidFill>
                </a:ln>
                <a:solidFill>
                  <a:srgbClr val="F17743"/>
                </a:solidFill>
                <a:latin typeface="Arial Black" panose="020B0A04020102020204" pitchFamily="34" charset="0"/>
              </a:rPr>
              <a:t>Peach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7BE168-F933-4FA1-A96B-6E62211A8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687" y="1795457"/>
            <a:ext cx="2814643" cy="281464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888EDC9-E5A2-4B61-8B65-FC55C5A0F328}"/>
              </a:ext>
            </a:extLst>
          </p:cNvPr>
          <p:cNvGrpSpPr/>
          <p:nvPr/>
        </p:nvGrpSpPr>
        <p:grpSpPr>
          <a:xfrm>
            <a:off x="635792" y="1795457"/>
            <a:ext cx="5443936" cy="5441260"/>
            <a:chOff x="2895823" y="1732441"/>
            <a:chExt cx="5443936" cy="5441260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453E8534-6C54-4F29-AEEF-F317956DB9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6383" t="66837"/>
            <a:stretch/>
          </p:blipFill>
          <p:spPr>
            <a:xfrm>
              <a:off x="2895823" y="3630401"/>
              <a:ext cx="1667839" cy="1645340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1D5A0820-4B14-4E24-AC94-1118CD0546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6383" t="33674" b="33163"/>
            <a:stretch/>
          </p:blipFill>
          <p:spPr>
            <a:xfrm>
              <a:off x="4783871" y="3630401"/>
              <a:ext cx="1667839" cy="1645340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45CBC9B4-BA96-412C-8B5F-6FFA05B9CC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6383" t="511" b="66326"/>
            <a:stretch/>
          </p:blipFill>
          <p:spPr>
            <a:xfrm>
              <a:off x="2895823" y="5528361"/>
              <a:ext cx="1667839" cy="1645340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9DD43C8C-5B40-43BB-8C5C-D75AB986D4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850" t="66788" r="33533" b="49"/>
            <a:stretch/>
          </p:blipFill>
          <p:spPr>
            <a:xfrm>
              <a:off x="6671919" y="1732441"/>
              <a:ext cx="1667839" cy="1645340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14884692-9798-4EB1-B4AE-5E070A10DC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850" t="33625" r="33533" b="33212"/>
            <a:stretch/>
          </p:blipFill>
          <p:spPr>
            <a:xfrm>
              <a:off x="6671920" y="3630401"/>
              <a:ext cx="1667839" cy="1645340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24C4287B-CE85-4B07-9BFE-E85CF7F8BB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850" t="462" r="33533" b="66375"/>
            <a:stretch/>
          </p:blipFill>
          <p:spPr>
            <a:xfrm>
              <a:off x="6671920" y="5528361"/>
              <a:ext cx="1667839" cy="1645340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3FAC4363-0F63-4785-B198-FCE3A3F1ED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767" t="66788" r="67150" b="49"/>
            <a:stretch/>
          </p:blipFill>
          <p:spPr>
            <a:xfrm>
              <a:off x="2895823" y="1732441"/>
              <a:ext cx="1667839" cy="1645340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25EF0F04-A3E6-453B-9DAF-55B3DF9E46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767" t="33576" r="67150" b="33261"/>
            <a:stretch/>
          </p:blipFill>
          <p:spPr>
            <a:xfrm>
              <a:off x="4783871" y="5528361"/>
              <a:ext cx="1667839" cy="1645340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0FF9C181-1C7B-48C6-9E56-19485B64B6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767" t="413" r="67150" b="66424"/>
            <a:stretch/>
          </p:blipFill>
          <p:spPr>
            <a:xfrm>
              <a:off x="4783870" y="1732441"/>
              <a:ext cx="1667839" cy="1645340"/>
            </a:xfrm>
            <a:prstGeom prst="rect">
              <a:avLst/>
            </a:prstGeom>
          </p:spPr>
        </p:pic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E5BA65F0-0E32-4D88-9EF3-D3AFD383A3DF}"/>
              </a:ext>
            </a:extLst>
          </p:cNvPr>
          <p:cNvSpPr txBox="1"/>
          <p:nvPr/>
        </p:nvSpPr>
        <p:spPr>
          <a:xfrm rot="19181013">
            <a:off x="2562539" y="3428358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9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9000"/>
                  </a:schemeClr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4162313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A76164-33A0-45C4-A9A0-5533F4421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687" y="1795456"/>
            <a:ext cx="2814643" cy="28146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C4B137-7263-4B04-9BC2-0164161A7B54}"/>
              </a:ext>
            </a:extLst>
          </p:cNvPr>
          <p:cNvSpPr txBox="1"/>
          <p:nvPr/>
        </p:nvSpPr>
        <p:spPr>
          <a:xfrm>
            <a:off x="2130660" y="875732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896A359-5BD0-4AF8-B341-52F527E73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958" y="-2953"/>
            <a:ext cx="1745520" cy="103072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C305B5D-225E-4DF6-85C0-91F4D02C3CCE}"/>
              </a:ext>
            </a:extLst>
          </p:cNvPr>
          <p:cNvSpPr txBox="1"/>
          <p:nvPr/>
        </p:nvSpPr>
        <p:spPr>
          <a:xfrm>
            <a:off x="6456413" y="595127"/>
            <a:ext cx="37271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7200" dirty="0">
                <a:ln w="28575">
                  <a:solidFill>
                    <a:sysClr val="windowText" lastClr="000000"/>
                  </a:solidFill>
                </a:ln>
                <a:solidFill>
                  <a:srgbClr val="FBE13A"/>
                </a:solidFill>
                <a:latin typeface="Arial Black" panose="020B0A04020102020204" pitchFamily="34" charset="0"/>
              </a:rPr>
              <a:t>Mango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32AC783-664D-4DB9-ADDB-E0C4D2637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33553" y="1731487"/>
            <a:ext cx="1346200" cy="134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90FA3198-EC15-478E-A78F-4AE07507B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33553" y="1731487"/>
            <a:ext cx="1346200" cy="134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36AABB6-23A3-43C3-A239-1CEF64D8F159}"/>
              </a:ext>
            </a:extLst>
          </p:cNvPr>
          <p:cNvGrpSpPr/>
          <p:nvPr/>
        </p:nvGrpSpPr>
        <p:grpSpPr>
          <a:xfrm>
            <a:off x="517608" y="1795485"/>
            <a:ext cx="5846453" cy="5530257"/>
            <a:chOff x="756931" y="1369126"/>
            <a:chExt cx="5616395" cy="5312642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CC4CFE4D-CC2F-4265-8D4C-4382B8DCB3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5973" t="66262"/>
            <a:stretch/>
          </p:blipFill>
          <p:spPr>
            <a:xfrm>
              <a:off x="4682429" y="3202777"/>
              <a:ext cx="1659408" cy="164534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1D709D0-0299-4526-814E-E4DB89DDCB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5973" t="32524" b="33738"/>
            <a:stretch/>
          </p:blipFill>
          <p:spPr>
            <a:xfrm>
              <a:off x="4682429" y="5036428"/>
              <a:ext cx="1659408" cy="164534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949CC97-0E73-44AF-BBB4-EFBFBD770A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5973" t="-1214" b="67476"/>
            <a:stretch/>
          </p:blipFill>
          <p:spPr>
            <a:xfrm>
              <a:off x="2761764" y="3202777"/>
              <a:ext cx="1659408" cy="164534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7AA93E6-0E01-4A0D-B191-553E97090A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1828" t="66262" r="34145"/>
            <a:stretch/>
          </p:blipFill>
          <p:spPr>
            <a:xfrm>
              <a:off x="841099" y="3202777"/>
              <a:ext cx="1659408" cy="164534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B2A5737-65DD-4ADD-9D82-BDC7E3442A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1828" t="32622" r="34145" b="33640"/>
            <a:stretch/>
          </p:blipFill>
          <p:spPr>
            <a:xfrm>
              <a:off x="4713918" y="1369126"/>
              <a:ext cx="1659408" cy="164534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934D10D-4E8B-4785-BC02-D77BB86FD8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2199" t="66361" r="68172" b="-99"/>
            <a:stretch/>
          </p:blipFill>
          <p:spPr>
            <a:xfrm>
              <a:off x="756931" y="1369126"/>
              <a:ext cx="1659408" cy="164534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40FE3C8-EA0E-4A41-9A08-31B6A920A8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2199" t="32818" r="68172" b="33444"/>
            <a:stretch/>
          </p:blipFill>
          <p:spPr>
            <a:xfrm>
              <a:off x="2708014" y="5036428"/>
              <a:ext cx="1659408" cy="164534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BD1BD43-2719-486C-9661-61CEF72FDE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1828" t="-1124" r="34145" b="67386"/>
            <a:stretch/>
          </p:blipFill>
          <p:spPr>
            <a:xfrm>
              <a:off x="2761764" y="1375141"/>
              <a:ext cx="1659408" cy="1645340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3150EC27-9C24-433C-BA6D-07F58E08F7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2199" t="-1107" r="68172" b="67369"/>
            <a:stretch/>
          </p:blipFill>
          <p:spPr>
            <a:xfrm>
              <a:off x="756931" y="5036428"/>
              <a:ext cx="1659408" cy="1645340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EA876FB8-1215-4B55-A847-00BB71D6EAE7}"/>
              </a:ext>
            </a:extLst>
          </p:cNvPr>
          <p:cNvSpPr txBox="1"/>
          <p:nvPr/>
        </p:nvSpPr>
        <p:spPr>
          <a:xfrm rot="19181013">
            <a:off x="2322074" y="2741111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9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9000"/>
                  </a:schemeClr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907430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>
            <a:extLst>
              <a:ext uri="{FF2B5EF4-FFF2-40B4-BE49-F238E27FC236}">
                <a16:creationId xmlns:a16="http://schemas.microsoft.com/office/drawing/2014/main" id="{104829B9-5B42-482F-AED3-50323675B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684" y="1795456"/>
            <a:ext cx="2814645" cy="2814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C4B137-7263-4B04-9BC2-0164161A7B54}"/>
              </a:ext>
            </a:extLst>
          </p:cNvPr>
          <p:cNvSpPr txBox="1"/>
          <p:nvPr/>
        </p:nvSpPr>
        <p:spPr>
          <a:xfrm>
            <a:off x="2130660" y="875732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896A359-5BD0-4AF8-B341-52F527E73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958" y="-2953"/>
            <a:ext cx="1745520" cy="103072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C305B5D-225E-4DF6-85C0-91F4D02C3CCE}"/>
              </a:ext>
            </a:extLst>
          </p:cNvPr>
          <p:cNvSpPr txBox="1"/>
          <p:nvPr/>
        </p:nvSpPr>
        <p:spPr>
          <a:xfrm>
            <a:off x="5029200" y="709978"/>
            <a:ext cx="52266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02920"/>
            <a:r>
              <a:rPr lang="en-US" sz="5400" dirty="0">
                <a:ln w="28575">
                  <a:solidFill>
                    <a:sysClr val="windowText" lastClr="000000"/>
                  </a:solidFill>
                </a:ln>
                <a:solidFill>
                  <a:srgbClr val="D6081B"/>
                </a:solidFill>
                <a:latin typeface="Arial Black" panose="020B0A04020102020204" pitchFamily="34" charset="0"/>
              </a:rPr>
              <a:t>Strawberry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2DE14C-9CCB-420C-976C-8D25E532BF0D}"/>
              </a:ext>
            </a:extLst>
          </p:cNvPr>
          <p:cNvSpPr/>
          <p:nvPr/>
        </p:nvSpPr>
        <p:spPr>
          <a:xfrm>
            <a:off x="10599969" y="4174687"/>
            <a:ext cx="4991422" cy="4944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EAB6AC-C7B9-4739-916F-09CD9644CD95}"/>
              </a:ext>
            </a:extLst>
          </p:cNvPr>
          <p:cNvGrpSpPr/>
          <p:nvPr/>
        </p:nvGrpSpPr>
        <p:grpSpPr>
          <a:xfrm>
            <a:off x="511906" y="1795456"/>
            <a:ext cx="5778723" cy="5534258"/>
            <a:chOff x="323039" y="1003876"/>
            <a:chExt cx="5474875" cy="5243264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198848D-45E1-484C-B3B8-CC87B42182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6755" t="67037"/>
            <a:stretch/>
          </p:blipFill>
          <p:spPr>
            <a:xfrm>
              <a:off x="4128477" y="2802838"/>
              <a:ext cx="1659408" cy="1645340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8C8CEAEA-6DBB-4499-B519-A54D2A114C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3510" t="67077" r="33245" b="-40"/>
            <a:stretch/>
          </p:blipFill>
          <p:spPr>
            <a:xfrm>
              <a:off x="4138506" y="4601800"/>
              <a:ext cx="1659408" cy="1645340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83BF86AB-FB99-4AAA-B89F-A6E3247E9E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65" t="67077" r="66490" b="-40"/>
            <a:stretch/>
          </p:blipFill>
          <p:spPr>
            <a:xfrm>
              <a:off x="341235" y="4601800"/>
              <a:ext cx="1659408" cy="1645340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62680B12-374D-425A-BFF0-208172428B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6755" t="34094" b="32943"/>
            <a:stretch/>
          </p:blipFill>
          <p:spPr>
            <a:xfrm>
              <a:off x="2205404" y="2809292"/>
              <a:ext cx="1659408" cy="1645340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420E9B08-FD35-44AF-ABE0-EDCBCEBF9E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3510" t="34134" r="33245" b="32903"/>
            <a:stretch/>
          </p:blipFill>
          <p:spPr>
            <a:xfrm>
              <a:off x="2223601" y="4601800"/>
              <a:ext cx="1659408" cy="1645340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F56F85D3-CF88-478E-B925-1F7458F685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65" t="34114" r="66490" b="32923"/>
            <a:stretch/>
          </p:blipFill>
          <p:spPr>
            <a:xfrm>
              <a:off x="4138506" y="1003876"/>
              <a:ext cx="1659408" cy="1645340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FC32C629-E6EC-4CE7-9BE6-DAC37A5414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6755" t="1131" b="65906"/>
            <a:stretch/>
          </p:blipFill>
          <p:spPr>
            <a:xfrm>
              <a:off x="341235" y="1003876"/>
              <a:ext cx="1659408" cy="1645340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55A7E2E1-4CD3-4932-B437-49EABC6AA3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3510" t="972" r="33245" b="66065"/>
            <a:stretch/>
          </p:blipFill>
          <p:spPr>
            <a:xfrm>
              <a:off x="323039" y="2802840"/>
              <a:ext cx="1659408" cy="1645340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E30762E-254A-47D1-B890-A1C5451538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65" t="1032" r="66490" b="66005"/>
            <a:stretch/>
          </p:blipFill>
          <p:spPr>
            <a:xfrm>
              <a:off x="2223601" y="1003876"/>
              <a:ext cx="1659408" cy="1645340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E839BB7-660B-4672-9E3F-7F481EF971B4}"/>
              </a:ext>
            </a:extLst>
          </p:cNvPr>
          <p:cNvGrpSpPr/>
          <p:nvPr/>
        </p:nvGrpSpPr>
        <p:grpSpPr>
          <a:xfrm>
            <a:off x="10619176" y="5430912"/>
            <a:ext cx="4978224" cy="1645341"/>
            <a:chOff x="309841" y="4444370"/>
            <a:chExt cx="4978224" cy="164534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2BA662E-4D30-41D0-8E05-778CC39CB0AB}"/>
                </a:ext>
              </a:extLst>
            </p:cNvPr>
            <p:cNvSpPr/>
            <p:nvPr/>
          </p:nvSpPr>
          <p:spPr>
            <a:xfrm>
              <a:off x="1969249" y="4444371"/>
              <a:ext cx="1659408" cy="16453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66E94DA-098E-42F4-8439-77604888EE75}"/>
                </a:ext>
              </a:extLst>
            </p:cNvPr>
            <p:cNvSpPr/>
            <p:nvPr/>
          </p:nvSpPr>
          <p:spPr>
            <a:xfrm>
              <a:off x="3628657" y="4444372"/>
              <a:ext cx="1659408" cy="16453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F47D855-0CA9-48F5-BB8E-7183DF944CED}"/>
                </a:ext>
              </a:extLst>
            </p:cNvPr>
            <p:cNvSpPr/>
            <p:nvPr/>
          </p:nvSpPr>
          <p:spPr>
            <a:xfrm>
              <a:off x="309841" y="4444370"/>
              <a:ext cx="1659408" cy="16453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63B81666-A702-44A4-A736-A57ACA6C340F}"/>
              </a:ext>
            </a:extLst>
          </p:cNvPr>
          <p:cNvSpPr txBox="1"/>
          <p:nvPr/>
        </p:nvSpPr>
        <p:spPr>
          <a:xfrm rot="19181013">
            <a:off x="1942043" y="3327298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9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9000"/>
                  </a:schemeClr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4051343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>
            <a:extLst>
              <a:ext uri="{FF2B5EF4-FFF2-40B4-BE49-F238E27FC236}">
                <a16:creationId xmlns:a16="http://schemas.microsoft.com/office/drawing/2014/main" id="{C8636FC9-D6D9-4F02-9C33-7F80934A2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684" y="1795456"/>
            <a:ext cx="2814645" cy="2814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C4B137-7263-4B04-9BC2-0164161A7B54}"/>
              </a:ext>
            </a:extLst>
          </p:cNvPr>
          <p:cNvSpPr txBox="1"/>
          <p:nvPr/>
        </p:nvSpPr>
        <p:spPr>
          <a:xfrm>
            <a:off x="2130660" y="875732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896A359-5BD0-4AF8-B341-52F527E73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958" y="-2953"/>
            <a:ext cx="1745520" cy="103072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9FF3A1C-AC8A-4EFC-A3E2-0D48823D8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85506" y="447944"/>
            <a:ext cx="1778905" cy="177890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3F6EC98-AE5C-42A5-A993-9C2D251C1A05}"/>
              </a:ext>
            </a:extLst>
          </p:cNvPr>
          <p:cNvGrpSpPr/>
          <p:nvPr/>
        </p:nvGrpSpPr>
        <p:grpSpPr>
          <a:xfrm>
            <a:off x="551466" y="1795456"/>
            <a:ext cx="5723150" cy="5476324"/>
            <a:chOff x="2977689" y="1770657"/>
            <a:chExt cx="5451149" cy="5216054"/>
          </a:xfrm>
        </p:grpSpPr>
        <p:pic>
          <p:nvPicPr>
            <p:cNvPr id="44" name="Picture 2">
              <a:extLst>
                <a:ext uri="{FF2B5EF4-FFF2-40B4-BE49-F238E27FC236}">
                  <a16:creationId xmlns:a16="http://schemas.microsoft.com/office/drawing/2014/main" id="{3956C565-0FA8-4D46-ACC1-9216E2CD03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55" t="67037"/>
            <a:stretch/>
          </p:blipFill>
          <p:spPr bwMode="auto">
            <a:xfrm>
              <a:off x="2977689" y="1770657"/>
              <a:ext cx="1659409" cy="1645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2">
              <a:extLst>
                <a:ext uri="{FF2B5EF4-FFF2-40B4-BE49-F238E27FC236}">
                  <a16:creationId xmlns:a16="http://schemas.microsoft.com/office/drawing/2014/main" id="{D809D66C-52CF-48A7-A9F7-349F68B1EF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510" t="67037" r="33245"/>
            <a:stretch/>
          </p:blipFill>
          <p:spPr bwMode="auto">
            <a:xfrm>
              <a:off x="6769429" y="3542994"/>
              <a:ext cx="1659409" cy="1645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2">
              <a:extLst>
                <a:ext uri="{FF2B5EF4-FFF2-40B4-BE49-F238E27FC236}">
                  <a16:creationId xmlns:a16="http://schemas.microsoft.com/office/drawing/2014/main" id="{834849E4-11FF-48E4-9734-31922013B97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5" t="67037" r="66430"/>
            <a:stretch/>
          </p:blipFill>
          <p:spPr bwMode="auto">
            <a:xfrm>
              <a:off x="6769429" y="1770657"/>
              <a:ext cx="1659409" cy="1645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2">
              <a:extLst>
                <a:ext uri="{FF2B5EF4-FFF2-40B4-BE49-F238E27FC236}">
                  <a16:creationId xmlns:a16="http://schemas.microsoft.com/office/drawing/2014/main" id="{142FB713-CE6B-40AB-BA63-36BF9A559B6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55" t="34074" b="32963"/>
            <a:stretch/>
          </p:blipFill>
          <p:spPr bwMode="auto">
            <a:xfrm>
              <a:off x="4881854" y="3542994"/>
              <a:ext cx="1659409" cy="1645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2">
              <a:extLst>
                <a:ext uri="{FF2B5EF4-FFF2-40B4-BE49-F238E27FC236}">
                  <a16:creationId xmlns:a16="http://schemas.microsoft.com/office/drawing/2014/main" id="{D4447358-3A09-4648-B4CC-C8717C7D475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510" t="34143" r="33245" b="32894"/>
            <a:stretch/>
          </p:blipFill>
          <p:spPr bwMode="auto">
            <a:xfrm>
              <a:off x="4881854" y="5341372"/>
              <a:ext cx="1659409" cy="1645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2">
              <a:extLst>
                <a:ext uri="{FF2B5EF4-FFF2-40B4-BE49-F238E27FC236}">
                  <a16:creationId xmlns:a16="http://schemas.microsoft.com/office/drawing/2014/main" id="{7FD023F9-1BEF-4099-8648-17327814C1A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5" t="34074" r="66430" b="32963"/>
            <a:stretch/>
          </p:blipFill>
          <p:spPr bwMode="auto">
            <a:xfrm>
              <a:off x="4873858" y="1770657"/>
              <a:ext cx="1659409" cy="1645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2">
              <a:extLst>
                <a:ext uri="{FF2B5EF4-FFF2-40B4-BE49-F238E27FC236}">
                  <a16:creationId xmlns:a16="http://schemas.microsoft.com/office/drawing/2014/main" id="{1B734EB6-87A4-430A-9C20-4EEF9C6DF1F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55" t="1111" b="65926"/>
            <a:stretch/>
          </p:blipFill>
          <p:spPr bwMode="auto">
            <a:xfrm>
              <a:off x="2994279" y="5341372"/>
              <a:ext cx="1659409" cy="1645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2">
              <a:extLst>
                <a:ext uri="{FF2B5EF4-FFF2-40B4-BE49-F238E27FC236}">
                  <a16:creationId xmlns:a16="http://schemas.microsoft.com/office/drawing/2014/main" id="{09535A9C-369C-42A1-B10E-7E7A2045FB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510" t="1204" r="33245" b="65833"/>
            <a:stretch/>
          </p:blipFill>
          <p:spPr bwMode="auto">
            <a:xfrm>
              <a:off x="2994279" y="3542994"/>
              <a:ext cx="1659409" cy="1645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2">
              <a:extLst>
                <a:ext uri="{FF2B5EF4-FFF2-40B4-BE49-F238E27FC236}">
                  <a16:creationId xmlns:a16="http://schemas.microsoft.com/office/drawing/2014/main" id="{BDC401E9-4D3F-40EB-8378-DAD7F30EC88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5" t="1111" r="66430" b="65926"/>
            <a:stretch/>
          </p:blipFill>
          <p:spPr bwMode="auto">
            <a:xfrm>
              <a:off x="6769429" y="5341372"/>
              <a:ext cx="1659409" cy="16453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A8C2512A-E8AA-45C9-B14C-7AA1F0FA2FC4}"/>
              </a:ext>
            </a:extLst>
          </p:cNvPr>
          <p:cNvSpPr txBox="1"/>
          <p:nvPr/>
        </p:nvSpPr>
        <p:spPr>
          <a:xfrm>
            <a:off x="6274617" y="595127"/>
            <a:ext cx="3783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7200" dirty="0">
                <a:ln w="28575">
                  <a:solidFill>
                    <a:sysClr val="windowText" lastClr="000000"/>
                  </a:solidFill>
                </a:ln>
                <a:solidFill>
                  <a:srgbClr val="3D0161"/>
                </a:solidFill>
                <a:latin typeface="Arial Black" panose="020B0A04020102020204" pitchFamily="34" charset="0"/>
              </a:rPr>
              <a:t>Grapes</a:t>
            </a:r>
          </a:p>
        </p:txBody>
      </p:sp>
      <p:pic>
        <p:nvPicPr>
          <p:cNvPr id="10246" name="Picture 6">
            <a:extLst>
              <a:ext uri="{FF2B5EF4-FFF2-40B4-BE49-F238E27FC236}">
                <a16:creationId xmlns:a16="http://schemas.microsoft.com/office/drawing/2014/main" id="{ACF3D6EA-6962-4AC2-ACA9-14CC5A8B6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87480" y="512410"/>
            <a:ext cx="2111829" cy="2111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8A1B4E5E-07A4-4C9B-885A-A8ADCA08621A}"/>
              </a:ext>
            </a:extLst>
          </p:cNvPr>
          <p:cNvSpPr txBox="1"/>
          <p:nvPr/>
        </p:nvSpPr>
        <p:spPr>
          <a:xfrm rot="19181013">
            <a:off x="2562539" y="3428358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9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9000"/>
                  </a:schemeClr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683679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E583DA-CA9F-4208-8237-71AAC12BA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684" y="1795456"/>
            <a:ext cx="2814645" cy="281464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C4B137-7263-4B04-9BC2-0164161A7B54}"/>
              </a:ext>
            </a:extLst>
          </p:cNvPr>
          <p:cNvSpPr txBox="1"/>
          <p:nvPr/>
        </p:nvSpPr>
        <p:spPr>
          <a:xfrm>
            <a:off x="2130660" y="875732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896A359-5BD0-4AF8-B341-52F527E73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958" y="-2953"/>
            <a:ext cx="1745520" cy="103072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CC72A5E-D2D0-4F0D-99BC-D0B6B8E3F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25807" y="286695"/>
            <a:ext cx="1341217" cy="13412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D15C26C-B2E4-4B4B-8398-E2B6428DE3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563842" y="128664"/>
            <a:ext cx="1955800" cy="19558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2EB76C4-8C3F-42D6-927C-C9B8757175E8}"/>
              </a:ext>
            </a:extLst>
          </p:cNvPr>
          <p:cNvGrpSpPr/>
          <p:nvPr/>
        </p:nvGrpSpPr>
        <p:grpSpPr>
          <a:xfrm>
            <a:off x="654623" y="1795456"/>
            <a:ext cx="5578406" cy="5396096"/>
            <a:chOff x="2724878" y="2014493"/>
            <a:chExt cx="5476492" cy="5297515"/>
          </a:xfrm>
        </p:grpSpPr>
        <p:pic>
          <p:nvPicPr>
            <p:cNvPr id="43" name="Picture 2">
              <a:extLst>
                <a:ext uri="{FF2B5EF4-FFF2-40B4-BE49-F238E27FC236}">
                  <a16:creationId xmlns:a16="http://schemas.microsoft.com/office/drawing/2014/main" id="{05BD6D12-5A7B-4CE1-9952-8728DE167FC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55" t="67037"/>
            <a:stretch/>
          </p:blipFill>
          <p:spPr bwMode="auto">
            <a:xfrm>
              <a:off x="4635841" y="3865905"/>
              <a:ext cx="1659409" cy="1645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2">
              <a:extLst>
                <a:ext uri="{FF2B5EF4-FFF2-40B4-BE49-F238E27FC236}">
                  <a16:creationId xmlns:a16="http://schemas.microsoft.com/office/drawing/2014/main" id="{3FBBD170-5703-43BA-B04C-61C63C8D823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55" t="34074" b="32963"/>
            <a:stretch/>
          </p:blipFill>
          <p:spPr bwMode="auto">
            <a:xfrm>
              <a:off x="2729718" y="5666666"/>
              <a:ext cx="1659409" cy="1645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2">
              <a:extLst>
                <a:ext uri="{FF2B5EF4-FFF2-40B4-BE49-F238E27FC236}">
                  <a16:creationId xmlns:a16="http://schemas.microsoft.com/office/drawing/2014/main" id="{7C0CB15A-6EF4-4774-AE87-5CCEAB9F2D1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55" t="1111" b="65926"/>
            <a:stretch/>
          </p:blipFill>
          <p:spPr bwMode="auto">
            <a:xfrm>
              <a:off x="4635841" y="5666667"/>
              <a:ext cx="1659409" cy="1645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2">
              <a:extLst>
                <a:ext uri="{FF2B5EF4-FFF2-40B4-BE49-F238E27FC236}">
                  <a16:creationId xmlns:a16="http://schemas.microsoft.com/office/drawing/2014/main" id="{0ADAFD7A-E0DF-42FD-B8DB-502479E4660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510" t="67037" r="33245"/>
            <a:stretch/>
          </p:blipFill>
          <p:spPr bwMode="auto">
            <a:xfrm>
              <a:off x="6541961" y="3865906"/>
              <a:ext cx="1659409" cy="1645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2">
              <a:extLst>
                <a:ext uri="{FF2B5EF4-FFF2-40B4-BE49-F238E27FC236}">
                  <a16:creationId xmlns:a16="http://schemas.microsoft.com/office/drawing/2014/main" id="{6A119903-D6A3-4011-B0C2-00EADC5CEA1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510" t="34074" r="33245" b="32963"/>
            <a:stretch/>
          </p:blipFill>
          <p:spPr bwMode="auto">
            <a:xfrm>
              <a:off x="6541961" y="5666668"/>
              <a:ext cx="1659409" cy="1645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2">
              <a:extLst>
                <a:ext uri="{FF2B5EF4-FFF2-40B4-BE49-F238E27FC236}">
                  <a16:creationId xmlns:a16="http://schemas.microsoft.com/office/drawing/2014/main" id="{7384EE2B-5149-4C1B-9BD7-2F443933146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510" t="1111" r="33245" b="65926"/>
            <a:stretch/>
          </p:blipFill>
          <p:spPr bwMode="auto">
            <a:xfrm>
              <a:off x="2724878" y="3865905"/>
              <a:ext cx="1659409" cy="1645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2">
              <a:extLst>
                <a:ext uri="{FF2B5EF4-FFF2-40B4-BE49-F238E27FC236}">
                  <a16:creationId xmlns:a16="http://schemas.microsoft.com/office/drawing/2014/main" id="{645D3684-3F83-4FCD-91FC-0425F64A04A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" t="67037" r="66490"/>
            <a:stretch/>
          </p:blipFill>
          <p:spPr bwMode="auto">
            <a:xfrm>
              <a:off x="6541961" y="2014493"/>
              <a:ext cx="1659409" cy="1645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2">
              <a:extLst>
                <a:ext uri="{FF2B5EF4-FFF2-40B4-BE49-F238E27FC236}">
                  <a16:creationId xmlns:a16="http://schemas.microsoft.com/office/drawing/2014/main" id="{FB470B70-139D-465B-97F3-A3849CBB2E9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" t="34094" r="66490" b="32943"/>
            <a:stretch/>
          </p:blipFill>
          <p:spPr bwMode="auto">
            <a:xfrm>
              <a:off x="2730992" y="2014493"/>
              <a:ext cx="1659409" cy="1645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2">
              <a:extLst>
                <a:ext uri="{FF2B5EF4-FFF2-40B4-BE49-F238E27FC236}">
                  <a16:creationId xmlns:a16="http://schemas.microsoft.com/office/drawing/2014/main" id="{5D48F567-CF66-4FF3-B96D-3940EA5C5E7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" t="1112" r="66490" b="65925"/>
            <a:stretch/>
          </p:blipFill>
          <p:spPr bwMode="auto">
            <a:xfrm>
              <a:off x="4635841" y="2014493"/>
              <a:ext cx="1659409" cy="1645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8A131190-C9A3-47E8-9C97-234F2D01192A}"/>
              </a:ext>
            </a:extLst>
          </p:cNvPr>
          <p:cNvSpPr txBox="1"/>
          <p:nvPr/>
        </p:nvSpPr>
        <p:spPr>
          <a:xfrm>
            <a:off x="6484329" y="595127"/>
            <a:ext cx="35740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7200" dirty="0">
                <a:ln w="28575">
                  <a:solidFill>
                    <a:sysClr val="windowText" lastClr="000000"/>
                  </a:solidFill>
                </a:ln>
                <a:solidFill>
                  <a:srgbClr val="FCE507"/>
                </a:solidFill>
                <a:latin typeface="Arial Black" panose="020B0A04020102020204" pitchFamily="34" charset="0"/>
              </a:rPr>
              <a:t>Lemon</a:t>
            </a:r>
          </a:p>
        </p:txBody>
      </p:sp>
      <p:pic>
        <p:nvPicPr>
          <p:cNvPr id="53" name="Picture 2">
            <a:extLst>
              <a:ext uri="{FF2B5EF4-FFF2-40B4-BE49-F238E27FC236}">
                <a16:creationId xmlns:a16="http://schemas.microsoft.com/office/drawing/2014/main" id="{84F970FB-AB3A-48F6-A039-AD363E79B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88499" y="3810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4">
            <a:extLst>
              <a:ext uri="{FF2B5EF4-FFF2-40B4-BE49-F238E27FC236}">
                <a16:creationId xmlns:a16="http://schemas.microsoft.com/office/drawing/2014/main" id="{1B684F9F-2680-47C0-BCF9-44531D51E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78467" y="650078"/>
            <a:ext cx="255270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A9FD582B-8DA4-4F9D-9866-C26B932D4B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5336940" y="1195291"/>
            <a:ext cx="1624109" cy="1624109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42AC338C-71A2-46A2-8E46-1A3289D1AC62}"/>
              </a:ext>
            </a:extLst>
          </p:cNvPr>
          <p:cNvSpPr txBox="1"/>
          <p:nvPr/>
        </p:nvSpPr>
        <p:spPr>
          <a:xfrm rot="19181013">
            <a:off x="2562539" y="3428358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9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9000"/>
                  </a:schemeClr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730528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5B4B6A7-B8F1-4CD0-BFB4-22E6BD70B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683" y="1795456"/>
            <a:ext cx="2814646" cy="281464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C4B137-7263-4B04-9BC2-0164161A7B54}"/>
              </a:ext>
            </a:extLst>
          </p:cNvPr>
          <p:cNvSpPr txBox="1"/>
          <p:nvPr/>
        </p:nvSpPr>
        <p:spPr>
          <a:xfrm>
            <a:off x="2130660" y="875732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896A359-5BD0-4AF8-B341-52F527E73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958" y="-2953"/>
            <a:ext cx="1745520" cy="1030726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8A131190-C9A3-47E8-9C97-234F2D01192A}"/>
              </a:ext>
            </a:extLst>
          </p:cNvPr>
          <p:cNvSpPr txBox="1"/>
          <p:nvPr/>
        </p:nvSpPr>
        <p:spPr>
          <a:xfrm>
            <a:off x="5981075" y="595127"/>
            <a:ext cx="4077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7200" dirty="0">
                <a:ln w="28575">
                  <a:solidFill>
                    <a:sysClr val="windowText" lastClr="000000"/>
                  </a:solidFill>
                </a:ln>
                <a:solidFill>
                  <a:srgbClr val="F6774A"/>
                </a:solidFill>
                <a:latin typeface="Arial Black" panose="020B0A04020102020204" pitchFamily="34" charset="0"/>
              </a:rPr>
              <a:t>Apricot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51766E0-F3FF-4BEB-962A-C39AB0FB45EB}"/>
              </a:ext>
            </a:extLst>
          </p:cNvPr>
          <p:cNvGrpSpPr/>
          <p:nvPr/>
        </p:nvGrpSpPr>
        <p:grpSpPr>
          <a:xfrm>
            <a:off x="535716" y="1795456"/>
            <a:ext cx="6076712" cy="5489764"/>
            <a:chOff x="762302" y="2216082"/>
            <a:chExt cx="5762497" cy="5205899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F15E254-7943-4E79-9184-2AB001088A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755" t="67037"/>
            <a:stretch/>
          </p:blipFill>
          <p:spPr>
            <a:xfrm>
              <a:off x="802405" y="5776641"/>
              <a:ext cx="1659408" cy="164534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8382196-C9B7-4257-BA1E-4C2FE9B9F1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755" t="34074" b="32963"/>
            <a:stretch/>
          </p:blipFill>
          <p:spPr>
            <a:xfrm>
              <a:off x="2830153" y="3883544"/>
              <a:ext cx="1659408" cy="164534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3C92A8EF-29FC-4266-BBBC-2DEC6E58CE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510" t="67037" r="33245"/>
            <a:stretch/>
          </p:blipFill>
          <p:spPr>
            <a:xfrm>
              <a:off x="777804" y="3886200"/>
              <a:ext cx="1659408" cy="164534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B0FF0DF-1A06-457F-9BC8-CB3754D029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65" t="67037" r="66490"/>
            <a:stretch/>
          </p:blipFill>
          <p:spPr>
            <a:xfrm>
              <a:off x="2830153" y="5776641"/>
              <a:ext cx="1659408" cy="164534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A19140B-BA3E-4342-9776-DFA94D9FC1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65" t="34074" r="66490" b="32963"/>
            <a:stretch/>
          </p:blipFill>
          <p:spPr>
            <a:xfrm>
              <a:off x="4857901" y="3883544"/>
              <a:ext cx="1659408" cy="1645340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DB7BB1B0-2345-4713-8F7B-7182F30B5B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510" t="34223" r="33245" b="32814"/>
            <a:stretch/>
          </p:blipFill>
          <p:spPr>
            <a:xfrm>
              <a:off x="4865391" y="5776641"/>
              <a:ext cx="1659408" cy="1645340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9A1A1A9D-5224-46EA-AEC9-3769A9961C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510" t="5706" r="33245" b="65852"/>
            <a:stretch/>
          </p:blipFill>
          <p:spPr>
            <a:xfrm>
              <a:off x="4824921" y="2240974"/>
              <a:ext cx="1659408" cy="1419705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EABD8776-4750-442A-9156-05C3D09AC9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65" t="5706" r="66490" b="65852"/>
            <a:stretch/>
          </p:blipFill>
          <p:spPr>
            <a:xfrm>
              <a:off x="2805552" y="2216082"/>
              <a:ext cx="1659408" cy="1419705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3A47F1C2-8074-4C61-A6E8-258CD20059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755" t="5706" b="65852"/>
            <a:stretch/>
          </p:blipFill>
          <p:spPr>
            <a:xfrm>
              <a:off x="762302" y="2240974"/>
              <a:ext cx="1659408" cy="1419705"/>
            </a:xfrm>
            <a:prstGeom prst="rect">
              <a:avLst/>
            </a:prstGeom>
          </p:spPr>
        </p:pic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6E97D0C9-4569-4C9D-8594-D52B21370179}"/>
              </a:ext>
            </a:extLst>
          </p:cNvPr>
          <p:cNvSpPr txBox="1"/>
          <p:nvPr/>
        </p:nvSpPr>
        <p:spPr>
          <a:xfrm rot="19181013">
            <a:off x="2562539" y="3428358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9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9000"/>
                  </a:schemeClr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779667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395211-BDBA-414F-B670-3E77FB6BD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681" y="1795455"/>
            <a:ext cx="2814647" cy="281464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C4B137-7263-4B04-9BC2-0164161A7B54}"/>
              </a:ext>
            </a:extLst>
          </p:cNvPr>
          <p:cNvSpPr txBox="1"/>
          <p:nvPr/>
        </p:nvSpPr>
        <p:spPr>
          <a:xfrm>
            <a:off x="2130660" y="875732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896A359-5BD0-4AF8-B341-52F527E73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958" y="-2953"/>
            <a:ext cx="1745520" cy="1030726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8A131190-C9A3-47E8-9C97-234F2D01192A}"/>
              </a:ext>
            </a:extLst>
          </p:cNvPr>
          <p:cNvSpPr txBox="1"/>
          <p:nvPr/>
        </p:nvSpPr>
        <p:spPr>
          <a:xfrm>
            <a:off x="6217094" y="595126"/>
            <a:ext cx="4077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7200" dirty="0">
                <a:ln w="28575">
                  <a:solidFill>
                    <a:sysClr val="windowText" lastClr="000000"/>
                  </a:solidFill>
                </a:ln>
                <a:solidFill>
                  <a:srgbClr val="E27C37"/>
                </a:solidFill>
                <a:latin typeface="Arial Black" panose="020B0A04020102020204" pitchFamily="34" charset="0"/>
              </a:rPr>
              <a:t>Loquat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B2A9DB-D241-4B7B-BCC6-2E880D2F5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023136" y="2133361"/>
            <a:ext cx="2476741" cy="24767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1B11C8-366C-4D66-894A-B872C8D70A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461348" y="632237"/>
            <a:ext cx="2326437" cy="2326437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740A092-EC13-451E-BB1E-3BA966A4F6CF}"/>
              </a:ext>
            </a:extLst>
          </p:cNvPr>
          <p:cNvGrpSpPr/>
          <p:nvPr/>
        </p:nvGrpSpPr>
        <p:grpSpPr>
          <a:xfrm>
            <a:off x="680675" y="1795455"/>
            <a:ext cx="5536419" cy="5223689"/>
            <a:chOff x="533467" y="2495648"/>
            <a:chExt cx="5536419" cy="5223689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C23041F-60C0-4196-A0E6-8B919EFEDA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755" t="67037"/>
            <a:stretch/>
          </p:blipFill>
          <p:spPr>
            <a:xfrm>
              <a:off x="4395708" y="4284823"/>
              <a:ext cx="1659408" cy="1645339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B33FB35-D5A5-465B-8B92-BC8F2C8DC5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510" t="67038" r="33245" b="-1"/>
            <a:stretch/>
          </p:blipFill>
          <p:spPr>
            <a:xfrm>
              <a:off x="2465635" y="2495648"/>
              <a:ext cx="1659408" cy="1645339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6177802-73D9-435A-BAE1-DF340EF15B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65" t="67038" r="66490" b="-1"/>
            <a:stretch/>
          </p:blipFill>
          <p:spPr>
            <a:xfrm>
              <a:off x="533467" y="6066913"/>
              <a:ext cx="1659408" cy="1645339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E9177585-23CE-40D6-BB94-661876DE0D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755" t="34074" b="32963"/>
            <a:stretch/>
          </p:blipFill>
          <p:spPr>
            <a:xfrm>
              <a:off x="4410478" y="6073998"/>
              <a:ext cx="1659408" cy="1645339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26A58EC-305F-494B-9EA5-FF34E61AEA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510" t="34075" r="33245" b="32962"/>
            <a:stretch/>
          </p:blipFill>
          <p:spPr>
            <a:xfrm>
              <a:off x="533467" y="2495649"/>
              <a:ext cx="1659408" cy="1645339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A97ACDD0-ACBA-40E3-8EA9-F248C13639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65" t="34075" r="66490" b="32962"/>
            <a:stretch/>
          </p:blipFill>
          <p:spPr>
            <a:xfrm>
              <a:off x="4395708" y="2495648"/>
              <a:ext cx="1659408" cy="1645339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690D834-78B6-43E5-A2D0-A7CA07818F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755" t="1111" b="65926"/>
            <a:stretch/>
          </p:blipFill>
          <p:spPr>
            <a:xfrm>
              <a:off x="557333" y="4272008"/>
              <a:ext cx="1659408" cy="1645339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C68C7B77-57D5-415C-ACD6-8E54CE4BAB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510" t="1112" r="33245" b="65925"/>
            <a:stretch/>
          </p:blipFill>
          <p:spPr>
            <a:xfrm>
              <a:off x="2465635" y="6066908"/>
              <a:ext cx="1659408" cy="1645339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43B78FC4-E43C-49E2-9E49-5499E7DAED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65" t="1112" r="66490" b="65925"/>
            <a:stretch/>
          </p:blipFill>
          <p:spPr>
            <a:xfrm>
              <a:off x="2465635" y="4274566"/>
              <a:ext cx="1659408" cy="1645339"/>
            </a:xfrm>
            <a:prstGeom prst="rect">
              <a:avLst/>
            </a:prstGeom>
          </p:spPr>
        </p:pic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A58DDA54-E382-49C5-BB6D-11617CD2BC9F}"/>
              </a:ext>
            </a:extLst>
          </p:cNvPr>
          <p:cNvSpPr txBox="1"/>
          <p:nvPr/>
        </p:nvSpPr>
        <p:spPr>
          <a:xfrm rot="19181013">
            <a:off x="2562539" y="3428358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9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9000"/>
                  </a:schemeClr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802956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03DEF9C-34B4-4BE8-BAB4-0099C4A1B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679" y="1795455"/>
            <a:ext cx="2814648" cy="281464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C4B137-7263-4B04-9BC2-0164161A7B54}"/>
              </a:ext>
            </a:extLst>
          </p:cNvPr>
          <p:cNvSpPr txBox="1"/>
          <p:nvPr/>
        </p:nvSpPr>
        <p:spPr>
          <a:xfrm>
            <a:off x="2130660" y="875732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Blossomings.github.io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896A359-5BD0-4AF8-B341-52F527E73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958" y="-2953"/>
            <a:ext cx="1745520" cy="1030726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8A131190-C9A3-47E8-9C97-234F2D01192A}"/>
              </a:ext>
            </a:extLst>
          </p:cNvPr>
          <p:cNvSpPr txBox="1"/>
          <p:nvPr/>
        </p:nvSpPr>
        <p:spPr>
          <a:xfrm>
            <a:off x="5742009" y="606751"/>
            <a:ext cx="43163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02920"/>
            <a:r>
              <a:rPr lang="en-US" sz="7200" dirty="0">
                <a:ln w="28575">
                  <a:solidFill>
                    <a:sysClr val="windowText" lastClr="000000"/>
                  </a:solidFill>
                </a:ln>
                <a:solidFill>
                  <a:srgbClr val="F28E3D"/>
                </a:solidFill>
                <a:latin typeface="Arial Black" panose="020B0A04020102020204" pitchFamily="34" charset="0"/>
              </a:rPr>
              <a:t>Cashew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0AB8C57-B206-4F28-B137-8888375321AB}"/>
              </a:ext>
            </a:extLst>
          </p:cNvPr>
          <p:cNvGrpSpPr/>
          <p:nvPr/>
        </p:nvGrpSpPr>
        <p:grpSpPr>
          <a:xfrm>
            <a:off x="435889" y="1797515"/>
            <a:ext cx="5961086" cy="5379759"/>
            <a:chOff x="256008" y="1972650"/>
            <a:chExt cx="5961086" cy="5379759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D50EE341-2E18-43E1-B718-0CC681D663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755" t="67037"/>
            <a:stretch/>
          </p:blipFill>
          <p:spPr>
            <a:xfrm>
              <a:off x="284246" y="5700059"/>
              <a:ext cx="1659408" cy="1645339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25BBA03-665F-4169-93C2-59056B1F61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510" t="67037" r="33245"/>
            <a:stretch/>
          </p:blipFill>
          <p:spPr>
            <a:xfrm>
              <a:off x="4557686" y="5707070"/>
              <a:ext cx="1659408" cy="1645339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576C4B1-7F30-4835-B355-1E5D9930D8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65" t="67037" r="66490"/>
            <a:stretch/>
          </p:blipFill>
          <p:spPr>
            <a:xfrm>
              <a:off x="2420966" y="5700058"/>
              <a:ext cx="1659408" cy="1645339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4ADE1DB3-3045-4735-96AE-D7FC394CA3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755" t="34074" b="32963"/>
            <a:stretch/>
          </p:blipFill>
          <p:spPr>
            <a:xfrm>
              <a:off x="284246" y="1972650"/>
              <a:ext cx="1659408" cy="1645339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4117880-EAC7-4A25-9305-0E09D9CDEF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510" t="34074" r="33245" b="32963"/>
            <a:stretch/>
          </p:blipFill>
          <p:spPr>
            <a:xfrm>
              <a:off x="4557686" y="1972651"/>
              <a:ext cx="1659408" cy="1645339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EE69E441-1D7B-41CC-AD1D-98FFD7C2B3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65" t="34168" r="66490" b="32869"/>
            <a:stretch/>
          </p:blipFill>
          <p:spPr>
            <a:xfrm>
              <a:off x="4557686" y="3836355"/>
              <a:ext cx="1659408" cy="1652350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79EC7EF4-CB34-4EFD-9B89-0B20F43BC9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755" t="1111" b="65926"/>
            <a:stretch/>
          </p:blipFill>
          <p:spPr>
            <a:xfrm>
              <a:off x="256008" y="3783931"/>
              <a:ext cx="1659408" cy="1645339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59238320-38C4-46B0-9FA2-1A9D5293F2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510" t="1017" r="33245" b="66020"/>
            <a:stretch/>
          </p:blipFill>
          <p:spPr>
            <a:xfrm>
              <a:off x="2420966" y="1972655"/>
              <a:ext cx="1659408" cy="1652344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A05DF1DD-0B08-4482-8401-7EB78BAE89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65" t="971" r="66490" b="66066"/>
            <a:stretch/>
          </p:blipFill>
          <p:spPr>
            <a:xfrm>
              <a:off x="2406847" y="3783931"/>
              <a:ext cx="1659408" cy="1652344"/>
            </a:xfrm>
            <a:prstGeom prst="rect">
              <a:avLst/>
            </a:prstGeom>
          </p:spPr>
        </p:pic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1824C928-4542-4104-8F21-97F1DE9FBAF1}"/>
              </a:ext>
            </a:extLst>
          </p:cNvPr>
          <p:cNvSpPr txBox="1"/>
          <p:nvPr/>
        </p:nvSpPr>
        <p:spPr>
          <a:xfrm rot="19181013">
            <a:off x="2562539" y="3428358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C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o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r</a:t>
            </a:r>
            <a:r>
              <a:rPr lang="en-US" sz="5400" b="1" dirty="0">
                <a:solidFill>
                  <a:schemeClr val="tx1">
                    <a:alpha val="9000"/>
                  </a:schemeClr>
                </a:solidFill>
              </a:rPr>
              <a:t> </a:t>
            </a:r>
            <a:r>
              <a:rPr lang="en-US" sz="5400" b="1" dirty="0">
                <a:solidFill>
                  <a:srgbClr val="FF000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rgbClr val="FFFF00">
                    <a:alpha val="9000"/>
                  </a:srgbClr>
                </a:solidFill>
              </a:rPr>
              <a:t>p</a:t>
            </a:r>
            <a:r>
              <a:rPr lang="en-US" sz="5400" b="1" dirty="0">
                <a:solidFill>
                  <a:srgbClr val="00B0F0">
                    <a:alpha val="9000"/>
                  </a:srgbClr>
                </a:solidFill>
              </a:rPr>
              <a:t>l</a:t>
            </a:r>
            <a:r>
              <a:rPr lang="en-US" sz="5400" b="1" dirty="0">
                <a:solidFill>
                  <a:srgbClr val="92D050">
                    <a:alpha val="9000"/>
                  </a:srgbClr>
                </a:solidFill>
              </a:rPr>
              <a:t>a</a:t>
            </a:r>
            <a:r>
              <a:rPr lang="en-US" sz="5400" b="1" dirty="0">
                <a:solidFill>
                  <a:srgbClr val="7030A0">
                    <a:alpha val="9000"/>
                  </a:srgbClr>
                </a:solidFill>
              </a:rPr>
              <a:t>s</a:t>
            </a:r>
            <a:r>
              <a:rPr lang="en-US" sz="5400" b="1" dirty="0">
                <a:solidFill>
                  <a:schemeClr val="accent2">
                    <a:lumMod val="60000"/>
                    <a:lumOff val="40000"/>
                    <a:alpha val="9000"/>
                  </a:schemeClr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91051136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826</TotalTime>
  <Words>102</Words>
  <Application>Microsoft Office PowerPoint</Application>
  <PresentationFormat>Custom</PresentationFormat>
  <Paragraphs>40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Arial Black</vt:lpstr>
      <vt:lpstr>Calibri</vt:lpstr>
      <vt:lpstr>Calibri Light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166</cp:revision>
  <dcterms:created xsi:type="dcterms:W3CDTF">2025-02-18T12:00:50Z</dcterms:created>
  <dcterms:modified xsi:type="dcterms:W3CDTF">2025-04-01T22:05:44Z</dcterms:modified>
</cp:coreProperties>
</file>