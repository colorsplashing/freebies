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8" r:id="rId2"/>
    <p:sldId id="315" r:id="rId3"/>
    <p:sldId id="301" r:id="rId4"/>
    <p:sldId id="303" r:id="rId5"/>
    <p:sldId id="304" r:id="rId6"/>
    <p:sldId id="305" r:id="rId7"/>
    <p:sldId id="302" r:id="rId8"/>
    <p:sldId id="306" r:id="rId9"/>
    <p:sldId id="308" r:id="rId10"/>
    <p:sldId id="310" r:id="rId11"/>
    <p:sldId id="312" r:id="rId12"/>
    <p:sldId id="307" r:id="rId13"/>
    <p:sldId id="314" r:id="rId14"/>
    <p:sldId id="309" r:id="rId15"/>
    <p:sldId id="311" r:id="rId16"/>
    <p:sldId id="313" r:id="rId17"/>
    <p:sldId id="316" r:id="rId18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AE2C"/>
    <a:srgbClr val="BF31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33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9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2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6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0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97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5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5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6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1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7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6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ico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D9A31A-7608-4B79-B5C7-9F01179B140A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b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e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d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d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0F9E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endParaRPr kumimoji="0" lang="en-US" sz="6000" b="0" i="0" u="none" strike="noStrike" kern="1200" cap="none" spc="0" normalizeH="0" baseline="0" noProof="0" dirty="0">
              <a:ln w="28575">
                <a:solidFill>
                  <a:sysClr val="windowText" lastClr="000000"/>
                </a:solidFill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Activity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82686-A936-41C4-B3E6-72885003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733" y="2988922"/>
            <a:ext cx="4665515" cy="32743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757BCF-BB4A-4B34-BB73-7A815D68A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09" y="2988922"/>
            <a:ext cx="4665515" cy="32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4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E0980EB-0974-474E-9417-25C47799884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A7444DB-61CF-4300-89DC-BE0FE2FA6FCD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E044C91-0B66-416A-B6C7-6D2421C99CF3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5192AB-EABA-4FB3-A0D5-142FB806BECA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B3B0D2-0834-4743-98C0-75A683599395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F9345F1-3954-4C92-A8F6-0D83E4DEB1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58CACC-43F6-4D2D-9079-018F38EBA626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D2B2C5B-BFFA-4FFF-8E95-93B47E81A763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9CFF87A-F12D-4B6C-B806-336BC63CF43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09F2CF-4FDA-4F82-8961-787447A2EEB3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D1BCBD1-7C3A-4573-81F2-749DBF17556B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35ED6CC-8372-46E0-9303-DD1E2F8D076D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C72ADE25-3E4E-4425-9328-5DB484F523E1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DAF2E2-2D38-4130-9CC2-53B20C922C2D}"/>
              </a:ext>
            </a:extLst>
          </p:cNvPr>
          <p:cNvSpPr txBox="1"/>
          <p:nvPr/>
        </p:nvSpPr>
        <p:spPr>
          <a:xfrm>
            <a:off x="0" y="612795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Seven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D763147-D69B-4BEF-A887-EB578B79B080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24D29AF-1620-40A6-9BFA-E3D374BAD420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117751-8F67-42AB-8999-9D9DDCA4E108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54" name="Star: 5 Points 53">
              <a:extLst>
                <a:ext uri="{FF2B5EF4-FFF2-40B4-BE49-F238E27FC236}">
                  <a16:creationId xmlns:a16="http://schemas.microsoft.com/office/drawing/2014/main" id="{00FB289A-07DE-4986-848D-A69DDBFF4DF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354A0807-6AE6-45FD-94C2-FD305B9C5C5D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C2E3309-78F1-430D-9F4E-54676B8FB858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AFA9731-E199-42D4-B11E-AF62DCCC0767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Heart 57">
              <a:extLst>
                <a:ext uri="{FF2B5EF4-FFF2-40B4-BE49-F238E27FC236}">
                  <a16:creationId xmlns:a16="http://schemas.microsoft.com/office/drawing/2014/main" id="{EFDFD7AA-C1FB-4293-BB63-4A697952BE3B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4A8AE6-C591-4612-9408-F727178051D8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60" name="Star: 5 Points 59">
              <a:extLst>
                <a:ext uri="{FF2B5EF4-FFF2-40B4-BE49-F238E27FC236}">
                  <a16:creationId xmlns:a16="http://schemas.microsoft.com/office/drawing/2014/main" id="{4C2052CB-96EB-4B53-8A7F-30AD1329F667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5E151F97-3B70-4136-897B-DE3A6644435E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8DF8D03-0B26-4040-A8F2-BA0FD99431FF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6BDB722-80BE-4D8C-A167-F3CE3C6CA71C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4" name="Heart 63">
              <a:extLst>
                <a:ext uri="{FF2B5EF4-FFF2-40B4-BE49-F238E27FC236}">
                  <a16:creationId xmlns:a16="http://schemas.microsoft.com/office/drawing/2014/main" id="{0BC22404-2B63-4D8F-9B30-4C7AD8CD04A5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9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7B438AB1-D4B5-4260-B41A-058AB0A17871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E0E75A5-C46B-4409-85B5-E1D150B9F70B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Cross 66">
            <a:extLst>
              <a:ext uri="{FF2B5EF4-FFF2-40B4-BE49-F238E27FC236}">
                <a16:creationId xmlns:a16="http://schemas.microsoft.com/office/drawing/2014/main" id="{14F6F3BF-9AA8-4DFB-B990-E60CCF5458D7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8" name="Rectangle 14">
            <a:extLst>
              <a:ext uri="{FF2B5EF4-FFF2-40B4-BE49-F238E27FC236}">
                <a16:creationId xmlns:a16="http://schemas.microsoft.com/office/drawing/2014/main" id="{E8D49320-0F76-44FB-B976-657D1E95D912}"/>
              </a:ext>
            </a:extLst>
          </p:cNvPr>
          <p:cNvSpPr/>
          <p:nvPr/>
        </p:nvSpPr>
        <p:spPr>
          <a:xfrm>
            <a:off x="9257851" y="2778260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A1A1B0D-139E-486C-B590-AC3F51F06657}"/>
              </a:ext>
            </a:extLst>
          </p:cNvPr>
          <p:cNvSpPr/>
          <p:nvPr/>
        </p:nvSpPr>
        <p:spPr>
          <a:xfrm>
            <a:off x="3870178" y="2088161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CA9D3BD-72AB-499C-95BF-E43A57236423}"/>
              </a:ext>
            </a:extLst>
          </p:cNvPr>
          <p:cNvSpPr/>
          <p:nvPr/>
        </p:nvSpPr>
        <p:spPr>
          <a:xfrm>
            <a:off x="3870178" y="5592077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79305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3" y="698763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Let’s add up!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AEC13E-1083-43D3-8156-BB15CC6B0A8C}"/>
              </a:ext>
            </a:extLst>
          </p:cNvPr>
          <p:cNvSpPr txBox="1"/>
          <p:nvPr/>
        </p:nvSpPr>
        <p:spPr>
          <a:xfrm rot="16200000">
            <a:off x="6846322" y="369879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53886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68671" y="705153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Seven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D08E6E-584D-4BE0-922E-40B5F749E054}"/>
              </a:ext>
            </a:extLst>
          </p:cNvPr>
          <p:cNvSpPr/>
          <p:nvPr/>
        </p:nvSpPr>
        <p:spPr>
          <a:xfrm>
            <a:off x="9257851" y="2778260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3BCEFA-5708-46D6-B81B-5EF56B73C1B2}"/>
              </a:ext>
            </a:extLst>
          </p:cNvPr>
          <p:cNvSpPr/>
          <p:nvPr/>
        </p:nvSpPr>
        <p:spPr>
          <a:xfrm>
            <a:off x="3870178" y="2088161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B551FE-B155-4B8D-BF6E-B082CCDB8263}"/>
              </a:ext>
            </a:extLst>
          </p:cNvPr>
          <p:cNvSpPr/>
          <p:nvPr/>
        </p:nvSpPr>
        <p:spPr>
          <a:xfrm>
            <a:off x="3907647" y="5592077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18A6BB-783E-4694-8DCD-5E100F8033FE}"/>
              </a:ext>
            </a:extLst>
          </p:cNvPr>
          <p:cNvSpPr txBox="1"/>
          <p:nvPr/>
        </p:nvSpPr>
        <p:spPr>
          <a:xfrm rot="19181013">
            <a:off x="868209" y="3832793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18194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Seven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D08E6E-584D-4BE0-922E-40B5F749E054}"/>
              </a:ext>
            </a:extLst>
          </p:cNvPr>
          <p:cNvSpPr/>
          <p:nvPr/>
        </p:nvSpPr>
        <p:spPr>
          <a:xfrm>
            <a:off x="9257851" y="2778260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CA84C7-76B3-4D52-9AD2-B82E7FE1BF7B}"/>
              </a:ext>
            </a:extLst>
          </p:cNvPr>
          <p:cNvSpPr/>
          <p:nvPr/>
        </p:nvSpPr>
        <p:spPr>
          <a:xfrm>
            <a:off x="3913938" y="2003319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BD4D01-C9D1-4054-B6B3-CC34E7B8BCD5}"/>
              </a:ext>
            </a:extLst>
          </p:cNvPr>
          <p:cNvSpPr/>
          <p:nvPr/>
        </p:nvSpPr>
        <p:spPr>
          <a:xfrm>
            <a:off x="3870177" y="5592077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A09381-A98E-43CC-A733-BA7ADB8A0FD1}"/>
              </a:ext>
            </a:extLst>
          </p:cNvPr>
          <p:cNvSpPr txBox="1"/>
          <p:nvPr/>
        </p:nvSpPr>
        <p:spPr>
          <a:xfrm rot="16200000">
            <a:off x="-846938" y="3298416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75983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Seven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D08E6E-584D-4BE0-922E-40B5F749E054}"/>
              </a:ext>
            </a:extLst>
          </p:cNvPr>
          <p:cNvSpPr/>
          <p:nvPr/>
        </p:nvSpPr>
        <p:spPr>
          <a:xfrm>
            <a:off x="9257851" y="2778260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1ED0E3-A0E2-44E9-B76C-1C6A516F3B21}"/>
              </a:ext>
            </a:extLst>
          </p:cNvPr>
          <p:cNvSpPr/>
          <p:nvPr/>
        </p:nvSpPr>
        <p:spPr>
          <a:xfrm>
            <a:off x="3929363" y="2088161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A02B93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FAE3A6-83B5-4E3E-BAD9-1494BFE9ECC4}"/>
              </a:ext>
            </a:extLst>
          </p:cNvPr>
          <p:cNvSpPr/>
          <p:nvPr/>
        </p:nvSpPr>
        <p:spPr>
          <a:xfrm>
            <a:off x="3907647" y="5592077"/>
            <a:ext cx="2318043" cy="981790"/>
          </a:xfrm>
          <a:prstGeom prst="rect">
            <a:avLst/>
          </a:prstGeom>
          <a:solidFill>
            <a:schemeClr val="bg1"/>
          </a:solidFill>
          <a:ln w="412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A02B93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2C64DB-25EE-4CC8-BAB9-33A7D261DFB4}"/>
              </a:ext>
            </a:extLst>
          </p:cNvPr>
          <p:cNvSpPr txBox="1"/>
          <p:nvPr/>
        </p:nvSpPr>
        <p:spPr>
          <a:xfrm rot="16200000">
            <a:off x="7468599" y="3298416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17950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4F8B5E7-BD7F-4294-B0D9-B0E7D4702AF5}"/>
              </a:ext>
            </a:extLst>
          </p:cNvPr>
          <p:cNvGrpSpPr/>
          <p:nvPr/>
        </p:nvGrpSpPr>
        <p:grpSpPr>
          <a:xfrm>
            <a:off x="1620126" y="1731498"/>
            <a:ext cx="6818147" cy="5714664"/>
            <a:chOff x="258218" y="-154453"/>
            <a:chExt cx="9669390" cy="8104448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1C47F3-3C57-4A7D-8352-3FE881D6013F}"/>
                </a:ext>
              </a:extLst>
            </p:cNvPr>
            <p:cNvSpPr/>
            <p:nvPr/>
          </p:nvSpPr>
          <p:spPr>
            <a:xfrm>
              <a:off x="6640196" y="6557635"/>
              <a:ext cx="3287412" cy="1392359"/>
            </a:xfrm>
            <a:prstGeom prst="rect">
              <a:avLst/>
            </a:prstGeom>
            <a:grpFill/>
            <a:ln w="412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3748D8-DD11-417F-A2C2-70B16ED147DF}"/>
                </a:ext>
              </a:extLst>
            </p:cNvPr>
            <p:cNvSpPr/>
            <p:nvPr/>
          </p:nvSpPr>
          <p:spPr>
            <a:xfrm>
              <a:off x="258218" y="-154452"/>
              <a:ext cx="3287412" cy="1392359"/>
            </a:xfrm>
            <a:prstGeom prst="rect">
              <a:avLst/>
            </a:prstGeom>
            <a:grpFill/>
            <a:ln w="412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DC5DCF-F5C8-4AB6-A0CF-A8586F1F11B4}"/>
                </a:ext>
              </a:extLst>
            </p:cNvPr>
            <p:cNvSpPr/>
            <p:nvPr/>
          </p:nvSpPr>
          <p:spPr>
            <a:xfrm>
              <a:off x="6640196" y="-154453"/>
              <a:ext cx="3287412" cy="1392359"/>
            </a:xfrm>
            <a:prstGeom prst="rect">
              <a:avLst/>
            </a:prstGeom>
            <a:grpFill/>
            <a:ln w="412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  <a:latin typeface="Arial Black" panose="020B0A04020102020204" pitchFamily="34" charset="0"/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AAE13B-504F-44CD-95DE-887D8D320BD6}"/>
                </a:ext>
              </a:extLst>
            </p:cNvPr>
            <p:cNvSpPr/>
            <p:nvPr/>
          </p:nvSpPr>
          <p:spPr>
            <a:xfrm>
              <a:off x="258218" y="1523570"/>
              <a:ext cx="3287412" cy="1392359"/>
            </a:xfrm>
            <a:prstGeom prst="rect">
              <a:avLst/>
            </a:prstGeom>
            <a:grpFill/>
            <a:ln w="412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4A7D85-EF07-4C06-97F5-CE8022531E17}"/>
                </a:ext>
              </a:extLst>
            </p:cNvPr>
            <p:cNvSpPr/>
            <p:nvPr/>
          </p:nvSpPr>
          <p:spPr>
            <a:xfrm>
              <a:off x="6640196" y="1523570"/>
              <a:ext cx="3287412" cy="1392359"/>
            </a:xfrm>
            <a:prstGeom prst="rect">
              <a:avLst/>
            </a:prstGeom>
            <a:grpFill/>
            <a:ln w="412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FF18EC-ECA6-44BD-97C3-1A2F859EBB16}"/>
                </a:ext>
              </a:extLst>
            </p:cNvPr>
            <p:cNvSpPr/>
            <p:nvPr/>
          </p:nvSpPr>
          <p:spPr>
            <a:xfrm>
              <a:off x="258218" y="3201592"/>
              <a:ext cx="3287412" cy="1392359"/>
            </a:xfrm>
            <a:prstGeom prst="rect">
              <a:avLst/>
            </a:prstGeom>
            <a:grpFill/>
            <a:ln w="412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67D096-2C49-4E1B-B6D1-C5C07372B9CE}"/>
                </a:ext>
              </a:extLst>
            </p:cNvPr>
            <p:cNvSpPr/>
            <p:nvPr/>
          </p:nvSpPr>
          <p:spPr>
            <a:xfrm>
              <a:off x="6640196" y="3201592"/>
              <a:ext cx="3287412" cy="1392359"/>
            </a:xfrm>
            <a:prstGeom prst="rect">
              <a:avLst/>
            </a:prstGeom>
            <a:grpFill/>
            <a:ln w="412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E90EB1-64E2-4C5E-98A2-B19E168B0BC2}"/>
                </a:ext>
              </a:extLst>
            </p:cNvPr>
            <p:cNvSpPr/>
            <p:nvPr/>
          </p:nvSpPr>
          <p:spPr>
            <a:xfrm>
              <a:off x="258218" y="4879614"/>
              <a:ext cx="3287412" cy="1392359"/>
            </a:xfrm>
            <a:prstGeom prst="rect">
              <a:avLst/>
            </a:prstGeom>
            <a:grp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80AA24-BE15-436D-8469-5AC9A1582104}"/>
                </a:ext>
              </a:extLst>
            </p:cNvPr>
            <p:cNvSpPr/>
            <p:nvPr/>
          </p:nvSpPr>
          <p:spPr>
            <a:xfrm>
              <a:off x="6640196" y="4879614"/>
              <a:ext cx="3287412" cy="1392359"/>
            </a:xfrm>
            <a:prstGeom prst="rect">
              <a:avLst/>
            </a:prstGeom>
            <a:grp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AB739C-A235-4151-8170-75B677125A11}"/>
                </a:ext>
              </a:extLst>
            </p:cNvPr>
            <p:cNvSpPr/>
            <p:nvPr/>
          </p:nvSpPr>
          <p:spPr>
            <a:xfrm>
              <a:off x="258218" y="6557636"/>
              <a:ext cx="3287412" cy="1392359"/>
            </a:xfrm>
            <a:prstGeom prst="rect">
              <a:avLst/>
            </a:prstGeom>
            <a:grpFill/>
            <a:ln w="412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ECF7DEC-D5C6-45F0-9AAB-1A26ED500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487B7A-5340-4C66-8509-F772E6AEFB8B}"/>
              </a:ext>
            </a:extLst>
          </p:cNvPr>
          <p:cNvSpPr txBox="1"/>
          <p:nvPr/>
        </p:nvSpPr>
        <p:spPr>
          <a:xfrm>
            <a:off x="3531203" y="698763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226F8C-64D6-450C-AA69-E73BD6565636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>
                <a:solidFill>
                  <a:prstClr val="black"/>
                </a:solidFill>
                <a:latin typeface="Arial Black" panose="020B0A04020102020204" pitchFamily="34" charset="0"/>
              </a:rPr>
              <a:t>Cut the Cards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9C6A3D-9921-4C87-A1C8-20BDA1350EA3}"/>
              </a:ext>
            </a:extLst>
          </p:cNvPr>
          <p:cNvSpPr txBox="1"/>
          <p:nvPr/>
        </p:nvSpPr>
        <p:spPr>
          <a:xfrm rot="16200000">
            <a:off x="69205" y="3912465"/>
            <a:ext cx="5216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72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72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72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72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72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72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72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72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72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72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72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9F6A08-E7DF-4CE3-937C-B0405FD2A6C3}"/>
              </a:ext>
            </a:extLst>
          </p:cNvPr>
          <p:cNvSpPr txBox="1"/>
          <p:nvPr/>
        </p:nvSpPr>
        <p:spPr>
          <a:xfrm rot="16200000">
            <a:off x="4670910" y="3517633"/>
            <a:ext cx="5216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72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72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72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72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72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72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72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72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72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72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72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65396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</a:rPr>
              <a:t>Two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1582569" y="2798017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1ADEED-F49C-4986-9F70-924B8B85E94B}"/>
              </a:ext>
            </a:extLst>
          </p:cNvPr>
          <p:cNvSpPr txBox="1"/>
          <p:nvPr/>
        </p:nvSpPr>
        <p:spPr>
          <a:xfrm rot="16200000">
            <a:off x="6816964" y="492375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87930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Three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1666446" y="3900819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C2F50C-A0C5-4828-B6CF-A16B17B4F188}"/>
              </a:ext>
            </a:extLst>
          </p:cNvPr>
          <p:cNvSpPr txBox="1"/>
          <p:nvPr/>
        </p:nvSpPr>
        <p:spPr>
          <a:xfrm rot="16200000">
            <a:off x="-605511" y="2734046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232835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</a:rPr>
              <a:t>Four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1603118" y="5817922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D0E59B-50D9-4498-99B8-794EB522939C}"/>
              </a:ext>
            </a:extLst>
          </p:cNvPr>
          <p:cNvSpPr txBox="1"/>
          <p:nvPr/>
        </p:nvSpPr>
        <p:spPr>
          <a:xfrm rot="16200000">
            <a:off x="6738080" y="287574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149404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</a:rPr>
              <a:t>Five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1522621" y="7015144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3CDD64-3B1E-4336-86E3-FD96DFA2A8C5}"/>
              </a:ext>
            </a:extLst>
          </p:cNvPr>
          <p:cNvSpPr txBox="1"/>
          <p:nvPr/>
        </p:nvSpPr>
        <p:spPr>
          <a:xfrm rot="16200000">
            <a:off x="-797577" y="268433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058314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5"/>
                </a:solidFill>
                <a:effectLst/>
                <a:uLnTx/>
                <a:uFillTx/>
                <a:latin typeface="Arial Black" panose="020B0A04020102020204" pitchFamily="34" charset="0"/>
              </a:rPr>
              <a:t>Six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9257851" y="1448597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91B2FD-123C-4FCA-82B3-058916F76CFD}"/>
              </a:ext>
            </a:extLst>
          </p:cNvPr>
          <p:cNvSpPr txBox="1"/>
          <p:nvPr/>
        </p:nvSpPr>
        <p:spPr>
          <a:xfrm rot="16200000">
            <a:off x="6876514" y="417299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54078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Seven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196B2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D08E6E-584D-4BE0-922E-40B5F749E054}"/>
              </a:ext>
            </a:extLst>
          </p:cNvPr>
          <p:cNvSpPr/>
          <p:nvPr/>
        </p:nvSpPr>
        <p:spPr>
          <a:xfrm>
            <a:off x="9257851" y="2778260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F0F489-AB82-4215-823F-0B60F66FFF33}"/>
              </a:ext>
            </a:extLst>
          </p:cNvPr>
          <p:cNvSpPr txBox="1"/>
          <p:nvPr/>
        </p:nvSpPr>
        <p:spPr>
          <a:xfrm rot="16200000">
            <a:off x="-822456" y="465853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457014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</a:t>
            </a:r>
            <a:r>
              <a:rPr lang="en-US" sz="3600" b="1" kern="0" dirty="0">
                <a:solidFill>
                  <a:prstClr val="black"/>
                </a:solidFill>
                <a:latin typeface="Arial Black" panose="020B0A04020102020204" pitchFamily="34" charset="0"/>
              </a:rPr>
              <a:t>up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</a:rPr>
              <a:t>Eight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9315626" y="3900819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5948B3-27EF-4CEB-9F3F-95B4633EEB9B}"/>
              </a:ext>
            </a:extLst>
          </p:cNvPr>
          <p:cNvSpPr txBox="1"/>
          <p:nvPr/>
        </p:nvSpPr>
        <p:spPr>
          <a:xfrm rot="16200000">
            <a:off x="6876514" y="417299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7538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up 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</a:rPr>
              <a:t>Nine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9257851" y="5789899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5D8735-0334-471A-8840-E76E9FDE5489}"/>
              </a:ext>
            </a:extLst>
          </p:cNvPr>
          <p:cNvSpPr txBox="1"/>
          <p:nvPr/>
        </p:nvSpPr>
        <p:spPr>
          <a:xfrm rot="16200000">
            <a:off x="-756476" y="3914114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837883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A2D02AF-D1CB-4CE8-AEE6-1A44A28EEEE4}"/>
              </a:ext>
            </a:extLst>
          </p:cNvPr>
          <p:cNvGrpSpPr/>
          <p:nvPr/>
        </p:nvGrpSpPr>
        <p:grpSpPr>
          <a:xfrm>
            <a:off x="7839853" y="1347780"/>
            <a:ext cx="1963712" cy="6166550"/>
            <a:chOff x="224851" y="1345745"/>
            <a:chExt cx="1963712" cy="4813696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BA3FD2-D9BE-46BB-B9E3-D633EAEC3241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7B8203-5BB8-4367-A967-8EA8C6B4D416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D8CB24-3A66-4FA9-8566-16B0BB0AD207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AE75FC-3B35-4DE7-8732-019D99DF4A9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1D22F6-4B4E-4B17-B387-2F6F0CDD8DDC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E2DA9-0944-4D3C-9C53-C3D6BE5533DC}"/>
              </a:ext>
            </a:extLst>
          </p:cNvPr>
          <p:cNvGrpSpPr/>
          <p:nvPr/>
        </p:nvGrpSpPr>
        <p:grpSpPr>
          <a:xfrm>
            <a:off x="224851" y="1345745"/>
            <a:ext cx="1963712" cy="6166550"/>
            <a:chOff x="224851" y="1345745"/>
            <a:chExt cx="1963712" cy="4813696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6795C4-3524-4305-BD3A-1A12525AA5F4}"/>
                </a:ext>
              </a:extLst>
            </p:cNvPr>
            <p:cNvSpPr/>
            <p:nvPr/>
          </p:nvSpPr>
          <p:spPr>
            <a:xfrm>
              <a:off x="224852" y="134574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67B396-2148-4B69-9F32-96F8E2D5635A}"/>
                </a:ext>
              </a:extLst>
            </p:cNvPr>
            <p:cNvSpPr/>
            <p:nvPr/>
          </p:nvSpPr>
          <p:spPr>
            <a:xfrm>
              <a:off x="224851" y="2308485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BC9EEF-29F4-4B36-895E-13C20B9BD0CC}"/>
                </a:ext>
              </a:extLst>
            </p:cNvPr>
            <p:cNvSpPr/>
            <p:nvPr/>
          </p:nvSpPr>
          <p:spPr>
            <a:xfrm>
              <a:off x="224851" y="327122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9AD27E-1E73-4672-83DF-BBA237E56183}"/>
                </a:ext>
              </a:extLst>
            </p:cNvPr>
            <p:cNvSpPr/>
            <p:nvPr/>
          </p:nvSpPr>
          <p:spPr>
            <a:xfrm>
              <a:off x="224851" y="4233963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E46B6B-3A73-4110-8C9B-6961BEADD0FE}"/>
                </a:ext>
              </a:extLst>
            </p:cNvPr>
            <p:cNvSpPr/>
            <p:nvPr/>
          </p:nvSpPr>
          <p:spPr>
            <a:xfrm>
              <a:off x="224851" y="5196701"/>
              <a:ext cx="1963711" cy="9627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C8FE96-AB4F-44C7-9CD2-40A6AA10B40F}"/>
              </a:ext>
            </a:extLst>
          </p:cNvPr>
          <p:cNvSpPr/>
          <p:nvPr/>
        </p:nvSpPr>
        <p:spPr>
          <a:xfrm>
            <a:off x="224852" y="1345747"/>
            <a:ext cx="9608696" cy="6166551"/>
          </a:xfrm>
          <a:prstGeom prst="rect">
            <a:avLst/>
          </a:prstGeom>
          <a:noFill/>
          <a:ln w="1143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4" y="138079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2" y="69063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76BB5-6989-47CA-A943-A1E04D68EC54}"/>
              </a:ext>
            </a:extLst>
          </p:cNvPr>
          <p:cNvSpPr txBox="1"/>
          <p:nvPr/>
        </p:nvSpPr>
        <p:spPr>
          <a:xfrm>
            <a:off x="0" y="177109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Add </a:t>
            </a:r>
            <a:r>
              <a:rPr lang="en-US" sz="3600" b="1" kern="0" dirty="0">
                <a:solidFill>
                  <a:prstClr val="black"/>
                </a:solidFill>
                <a:latin typeface="Arial Black" panose="020B0A04020102020204" pitchFamily="34" charset="0"/>
              </a:rPr>
              <a:t>up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to </a:t>
            </a:r>
            <a:r>
              <a:rPr kumimoji="0" lang="en-US" sz="3600" b="1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</a:rPr>
              <a:t>Ten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D86309-DC35-4590-A0D9-BC37084E0B5B}"/>
              </a:ext>
            </a:extLst>
          </p:cNvPr>
          <p:cNvCxnSpPr/>
          <p:nvPr/>
        </p:nvCxnSpPr>
        <p:spPr>
          <a:xfrm>
            <a:off x="7839856" y="1345746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1F89CF-E926-48AF-8C16-6E4D62511386}"/>
              </a:ext>
            </a:extLst>
          </p:cNvPr>
          <p:cNvCxnSpPr/>
          <p:nvPr/>
        </p:nvCxnSpPr>
        <p:spPr>
          <a:xfrm>
            <a:off x="2188564" y="1345745"/>
            <a:ext cx="0" cy="6166551"/>
          </a:xfrm>
          <a:prstGeom prst="line">
            <a:avLst/>
          </a:prstGeom>
          <a:ln w="1143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CCFC6F-AADB-4207-B517-0D7CD85CB62A}"/>
              </a:ext>
            </a:extLst>
          </p:cNvPr>
          <p:cNvGrpSpPr/>
          <p:nvPr/>
        </p:nvGrpSpPr>
        <p:grpSpPr>
          <a:xfrm>
            <a:off x="694259" y="1500172"/>
            <a:ext cx="1115854" cy="5842385"/>
            <a:chOff x="697562" y="1501132"/>
            <a:chExt cx="1149603" cy="6019089"/>
          </a:xfrm>
        </p:grpSpPr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F6DC4459-F273-4D5F-A907-B027D3587404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1BB0B8-A28C-4725-915F-DC1F5940304C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0D69C6-60BE-4DC2-B54F-02337DCF433A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6101FC-5C12-41C4-A14E-DA731B94AD52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2" name="Heart 31">
              <a:extLst>
                <a:ext uri="{FF2B5EF4-FFF2-40B4-BE49-F238E27FC236}">
                  <a16:creationId xmlns:a16="http://schemas.microsoft.com/office/drawing/2014/main" id="{78B94518-4573-4D90-AB07-F278E867C07C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84F6AE-D733-4CC5-8FEF-B2DF4B7577D0}"/>
              </a:ext>
            </a:extLst>
          </p:cNvPr>
          <p:cNvGrpSpPr/>
          <p:nvPr/>
        </p:nvGrpSpPr>
        <p:grpSpPr>
          <a:xfrm>
            <a:off x="8348992" y="1500172"/>
            <a:ext cx="1115854" cy="5842385"/>
            <a:chOff x="697562" y="1501132"/>
            <a:chExt cx="1149603" cy="6019089"/>
          </a:xfrm>
        </p:grpSpPr>
        <p:sp>
          <p:nvSpPr>
            <p:cNvPr id="35" name="Star: 5 Points 34">
              <a:extLst>
                <a:ext uri="{FF2B5EF4-FFF2-40B4-BE49-F238E27FC236}">
                  <a16:creationId xmlns:a16="http://schemas.microsoft.com/office/drawing/2014/main" id="{C3E19733-B2A6-4775-A414-78315DEFF0AE}"/>
                </a:ext>
              </a:extLst>
            </p:cNvPr>
            <p:cNvSpPr/>
            <p:nvPr/>
          </p:nvSpPr>
          <p:spPr>
            <a:xfrm>
              <a:off x="737448" y="1501132"/>
              <a:ext cx="1018293" cy="1018293"/>
            </a:xfrm>
            <a:prstGeom prst="star5">
              <a:avLst>
                <a:gd name="adj" fmla="val 35409"/>
                <a:gd name="hf" fmla="val 105146"/>
                <a:gd name="vf" fmla="val 110557"/>
              </a:avLst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ln>
                    <a:solidFill>
                      <a:sysClr val="windowText" lastClr="000000"/>
                    </a:solidFill>
                  </a:ln>
                  <a:solidFill>
                    <a:schemeClr val="accent5"/>
                  </a:solidFill>
                </a:rPr>
                <a:t>6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C0C3CA4-7FC0-43C4-9174-9B54968755D0}"/>
                </a:ext>
              </a:extLst>
            </p:cNvPr>
            <p:cNvSpPr/>
            <p:nvPr/>
          </p:nvSpPr>
          <p:spPr>
            <a:xfrm>
              <a:off x="697562" y="2757234"/>
              <a:ext cx="1149603" cy="991036"/>
            </a:xfrm>
            <a:prstGeom prst="triangl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  <a:latin typeface="Arial Black" panose="020B0A04020102020204" pitchFamily="34" charset="0"/>
                </a:rPr>
                <a:t>7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925200-E8B9-46D4-BBF1-F862C5B7D6B7}"/>
                </a:ext>
              </a:extLst>
            </p:cNvPr>
            <p:cNvSpPr/>
            <p:nvPr/>
          </p:nvSpPr>
          <p:spPr>
            <a:xfrm>
              <a:off x="713339" y="3976480"/>
              <a:ext cx="1048275" cy="1048275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rPr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66F9D7-D186-4F0E-B0F5-5E91891E867F}"/>
                </a:ext>
              </a:extLst>
            </p:cNvPr>
            <p:cNvSpPr/>
            <p:nvPr/>
          </p:nvSpPr>
          <p:spPr>
            <a:xfrm>
              <a:off x="713339" y="6517705"/>
              <a:ext cx="1002516" cy="10025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FF00"/>
                  </a:solidFill>
                  <a:latin typeface="Arial Black" panose="020B0A04020102020204" pitchFamily="34" charset="0"/>
                </a:rPr>
                <a:t>10</a:t>
              </a:r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A5B6A450-93B9-4CA4-A7A4-522D4DA9F94E}"/>
                </a:ext>
              </a:extLst>
            </p:cNvPr>
            <p:cNvSpPr/>
            <p:nvPr/>
          </p:nvSpPr>
          <p:spPr>
            <a:xfrm>
              <a:off x="713339" y="5247091"/>
              <a:ext cx="1042402" cy="1042402"/>
            </a:xfrm>
            <a:prstGeom prst="hear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n>
                    <a:solidFill>
                      <a:sysClr val="windowText" lastClr="000000"/>
                    </a:solidFill>
                  </a:ln>
                  <a:solidFill>
                    <a:srgbClr val="FF0000"/>
                  </a:solidFill>
                  <a:latin typeface="Arial Black" panose="020B0A04020102020204" pitchFamily="34" charset="0"/>
                </a:rPr>
                <a:t>9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DEF0867-10EC-48A2-A2BC-CE7C085FB0C2}"/>
              </a:ext>
            </a:extLst>
          </p:cNvPr>
          <p:cNvSpPr/>
          <p:nvPr/>
        </p:nvSpPr>
        <p:spPr>
          <a:xfrm>
            <a:off x="3110462" y="1766389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A6906-B656-4720-BAA0-F8061303BFD2}"/>
              </a:ext>
            </a:extLst>
          </p:cNvPr>
          <p:cNvSpPr/>
          <p:nvPr/>
        </p:nvSpPr>
        <p:spPr>
          <a:xfrm>
            <a:off x="3110462" y="5270305"/>
            <a:ext cx="3837476" cy="1625334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D0225FB0-77C2-4F62-8A79-C8643255FEF6}"/>
              </a:ext>
            </a:extLst>
          </p:cNvPr>
          <p:cNvSpPr/>
          <p:nvPr/>
        </p:nvSpPr>
        <p:spPr>
          <a:xfrm>
            <a:off x="4609469" y="3873814"/>
            <a:ext cx="914400" cy="914400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AAB97506-64E5-4B21-B3CE-5E963E981B9B}"/>
              </a:ext>
            </a:extLst>
          </p:cNvPr>
          <p:cNvSpPr/>
          <p:nvPr/>
        </p:nvSpPr>
        <p:spPr>
          <a:xfrm>
            <a:off x="9171672" y="7015144"/>
            <a:ext cx="413990" cy="327413"/>
          </a:xfrm>
          <a:custGeom>
            <a:avLst/>
            <a:gdLst>
              <a:gd name="connsiteX0" fmla="*/ 0 w 867871"/>
              <a:gd name="connsiteY0" fmla="*/ 0 h 973302"/>
              <a:gd name="connsiteX1" fmla="*/ 867871 w 867871"/>
              <a:gd name="connsiteY1" fmla="*/ 0 h 973302"/>
              <a:gd name="connsiteX2" fmla="*/ 867871 w 867871"/>
              <a:gd name="connsiteY2" fmla="*/ 973302 h 973302"/>
              <a:gd name="connsiteX3" fmla="*/ 0 w 867871"/>
              <a:gd name="connsiteY3" fmla="*/ 973302 h 973302"/>
              <a:gd name="connsiteX4" fmla="*/ 0 w 867871"/>
              <a:gd name="connsiteY4" fmla="*/ 0 h 973302"/>
              <a:gd name="connsiteX0" fmla="*/ 0 w 1515571"/>
              <a:gd name="connsiteY0" fmla="*/ 800100 h 973302"/>
              <a:gd name="connsiteX1" fmla="*/ 1515571 w 1515571"/>
              <a:gd name="connsiteY1" fmla="*/ 0 h 973302"/>
              <a:gd name="connsiteX2" fmla="*/ 1515571 w 1515571"/>
              <a:gd name="connsiteY2" fmla="*/ 973302 h 973302"/>
              <a:gd name="connsiteX3" fmla="*/ 647700 w 1515571"/>
              <a:gd name="connsiteY3" fmla="*/ 973302 h 973302"/>
              <a:gd name="connsiteX4" fmla="*/ 0 w 1515571"/>
              <a:gd name="connsiteY4" fmla="*/ 800100 h 973302"/>
              <a:gd name="connsiteX0" fmla="*/ 546100 w 2061671"/>
              <a:gd name="connsiteY0" fmla="*/ 800100 h 1328902"/>
              <a:gd name="connsiteX1" fmla="*/ 2061671 w 2061671"/>
              <a:gd name="connsiteY1" fmla="*/ 0 h 1328902"/>
              <a:gd name="connsiteX2" fmla="*/ 2061671 w 2061671"/>
              <a:gd name="connsiteY2" fmla="*/ 973302 h 1328902"/>
              <a:gd name="connsiteX3" fmla="*/ 0 w 2061671"/>
              <a:gd name="connsiteY3" fmla="*/ 1328902 h 1328902"/>
              <a:gd name="connsiteX4" fmla="*/ 546100 w 2061671"/>
              <a:gd name="connsiteY4" fmla="*/ 800100 h 1328902"/>
              <a:gd name="connsiteX0" fmla="*/ 546100 w 2061671"/>
              <a:gd name="connsiteY0" fmla="*/ 800100 h 2573502"/>
              <a:gd name="connsiteX1" fmla="*/ 2061671 w 2061671"/>
              <a:gd name="connsiteY1" fmla="*/ 0 h 2573502"/>
              <a:gd name="connsiteX2" fmla="*/ 2061671 w 2061671"/>
              <a:gd name="connsiteY2" fmla="*/ 973302 h 2573502"/>
              <a:gd name="connsiteX3" fmla="*/ 1217121 w 2061671"/>
              <a:gd name="connsiteY3" fmla="*/ 2573502 h 2573502"/>
              <a:gd name="connsiteX4" fmla="*/ 0 w 2061671"/>
              <a:gd name="connsiteY4" fmla="*/ 1328902 h 2573502"/>
              <a:gd name="connsiteX5" fmla="*/ 546100 w 2061671"/>
              <a:gd name="connsiteY5" fmla="*/ 800100 h 2573502"/>
              <a:gd name="connsiteX0" fmla="*/ 546100 w 3369771"/>
              <a:gd name="connsiteY0" fmla="*/ 800100 h 2573502"/>
              <a:gd name="connsiteX1" fmla="*/ 2061671 w 3369771"/>
              <a:gd name="connsiteY1" fmla="*/ 0 h 2573502"/>
              <a:gd name="connsiteX2" fmla="*/ 3369771 w 3369771"/>
              <a:gd name="connsiteY2" fmla="*/ 478002 h 2573502"/>
              <a:gd name="connsiteX3" fmla="*/ 1217121 w 3369771"/>
              <a:gd name="connsiteY3" fmla="*/ 2573502 h 2573502"/>
              <a:gd name="connsiteX4" fmla="*/ 0 w 3369771"/>
              <a:gd name="connsiteY4" fmla="*/ 1328902 h 2573502"/>
              <a:gd name="connsiteX5" fmla="*/ 546100 w 3369771"/>
              <a:gd name="connsiteY5" fmla="*/ 800100 h 2573502"/>
              <a:gd name="connsiteX0" fmla="*/ 546100 w 3369771"/>
              <a:gd name="connsiteY0" fmla="*/ 889000 h 2662402"/>
              <a:gd name="connsiteX1" fmla="*/ 2810971 w 3369771"/>
              <a:gd name="connsiteY1" fmla="*/ 0 h 2662402"/>
              <a:gd name="connsiteX2" fmla="*/ 3369771 w 3369771"/>
              <a:gd name="connsiteY2" fmla="*/ 566902 h 2662402"/>
              <a:gd name="connsiteX3" fmla="*/ 1217121 w 3369771"/>
              <a:gd name="connsiteY3" fmla="*/ 2662402 h 2662402"/>
              <a:gd name="connsiteX4" fmla="*/ 0 w 3369771"/>
              <a:gd name="connsiteY4" fmla="*/ 1417802 h 2662402"/>
              <a:gd name="connsiteX5" fmla="*/ 546100 w 3369771"/>
              <a:gd name="connsiteY5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8900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89000 h 2662402"/>
              <a:gd name="connsiteX0" fmla="*/ 546100 w 3369771"/>
              <a:gd name="connsiteY0" fmla="*/ 857250 h 2662402"/>
              <a:gd name="connsiteX1" fmla="*/ 1369521 w 3369771"/>
              <a:gd name="connsiteY1" fmla="*/ 15448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46100 w 3369771"/>
              <a:gd name="connsiteY0" fmla="*/ 857250 h 2662402"/>
              <a:gd name="connsiteX1" fmla="*/ 1248871 w 3369771"/>
              <a:gd name="connsiteY1" fmla="*/ 1532102 h 2662402"/>
              <a:gd name="connsiteX2" fmla="*/ 2810971 w 3369771"/>
              <a:gd name="connsiteY2" fmla="*/ 0 h 2662402"/>
              <a:gd name="connsiteX3" fmla="*/ 3369771 w 3369771"/>
              <a:gd name="connsiteY3" fmla="*/ 566902 h 2662402"/>
              <a:gd name="connsiteX4" fmla="*/ 1217121 w 3369771"/>
              <a:gd name="connsiteY4" fmla="*/ 2662402 h 2662402"/>
              <a:gd name="connsiteX5" fmla="*/ 0 w 3369771"/>
              <a:gd name="connsiteY5" fmla="*/ 1417802 h 2662402"/>
              <a:gd name="connsiteX6" fmla="*/ 546100 w 3369771"/>
              <a:gd name="connsiteY6" fmla="*/ 857250 h 2662402"/>
              <a:gd name="connsiteX0" fmla="*/ 577850 w 3401521"/>
              <a:gd name="connsiteY0" fmla="*/ 857250 h 2662402"/>
              <a:gd name="connsiteX1" fmla="*/ 1280621 w 3401521"/>
              <a:gd name="connsiteY1" fmla="*/ 1532102 h 2662402"/>
              <a:gd name="connsiteX2" fmla="*/ 2842721 w 3401521"/>
              <a:gd name="connsiteY2" fmla="*/ 0 h 2662402"/>
              <a:gd name="connsiteX3" fmla="*/ 3401521 w 3401521"/>
              <a:gd name="connsiteY3" fmla="*/ 566902 h 2662402"/>
              <a:gd name="connsiteX4" fmla="*/ 1248871 w 3401521"/>
              <a:gd name="connsiteY4" fmla="*/ 2662402 h 2662402"/>
              <a:gd name="connsiteX5" fmla="*/ 0 w 3401521"/>
              <a:gd name="connsiteY5" fmla="*/ 1417802 h 2662402"/>
              <a:gd name="connsiteX6" fmla="*/ 577850 w 3401521"/>
              <a:gd name="connsiteY6" fmla="*/ 857250 h 26624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80621 w 3401521"/>
              <a:gd name="connsiteY1" fmla="*/ 15448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401521"/>
              <a:gd name="connsiteY0" fmla="*/ 869950 h 2675102"/>
              <a:gd name="connsiteX1" fmla="*/ 1274271 w 3401521"/>
              <a:gd name="connsiteY1" fmla="*/ 1532102 h 2675102"/>
              <a:gd name="connsiteX2" fmla="*/ 2810971 w 3401521"/>
              <a:gd name="connsiteY2" fmla="*/ 0 h 2675102"/>
              <a:gd name="connsiteX3" fmla="*/ 3401521 w 3401521"/>
              <a:gd name="connsiteY3" fmla="*/ 579602 h 2675102"/>
              <a:gd name="connsiteX4" fmla="*/ 1248871 w 3401521"/>
              <a:gd name="connsiteY4" fmla="*/ 2675102 h 2675102"/>
              <a:gd name="connsiteX5" fmla="*/ 0 w 3401521"/>
              <a:gd name="connsiteY5" fmla="*/ 1430502 h 2675102"/>
              <a:gd name="connsiteX6" fmla="*/ 577850 w 3401521"/>
              <a:gd name="connsiteY6" fmla="*/ 869950 h 2675102"/>
              <a:gd name="connsiteX0" fmla="*/ 577850 w 3382471"/>
              <a:gd name="connsiteY0" fmla="*/ 8699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77850 w 3382471"/>
              <a:gd name="connsiteY6" fmla="*/ 8699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  <a:gd name="connsiteX0" fmla="*/ 565150 w 3382471"/>
              <a:gd name="connsiteY0" fmla="*/ 857250 h 2675102"/>
              <a:gd name="connsiteX1" fmla="*/ 1274271 w 3382471"/>
              <a:gd name="connsiteY1" fmla="*/ 1532102 h 2675102"/>
              <a:gd name="connsiteX2" fmla="*/ 2810971 w 3382471"/>
              <a:gd name="connsiteY2" fmla="*/ 0 h 2675102"/>
              <a:gd name="connsiteX3" fmla="*/ 3382471 w 3382471"/>
              <a:gd name="connsiteY3" fmla="*/ 573252 h 2675102"/>
              <a:gd name="connsiteX4" fmla="*/ 1248871 w 3382471"/>
              <a:gd name="connsiteY4" fmla="*/ 2675102 h 2675102"/>
              <a:gd name="connsiteX5" fmla="*/ 0 w 3382471"/>
              <a:gd name="connsiteY5" fmla="*/ 1430502 h 2675102"/>
              <a:gd name="connsiteX6" fmla="*/ 565150 w 3382471"/>
              <a:gd name="connsiteY6" fmla="*/ 857250 h 267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2471" h="2675102">
                <a:moveTo>
                  <a:pt x="565150" y="857250"/>
                </a:moveTo>
                <a:cubicBezTo>
                  <a:pt x="604674" y="859951"/>
                  <a:pt x="1253797" y="1586551"/>
                  <a:pt x="1274271" y="1532102"/>
                </a:cubicBezTo>
                <a:cubicBezTo>
                  <a:pt x="1272154" y="1516701"/>
                  <a:pt x="2298738" y="510701"/>
                  <a:pt x="2810971" y="0"/>
                </a:cubicBezTo>
                <a:lnTo>
                  <a:pt x="3382471" y="573252"/>
                </a:lnTo>
                <a:cubicBezTo>
                  <a:pt x="3359188" y="577485"/>
                  <a:pt x="1392804" y="2594669"/>
                  <a:pt x="1248871" y="2675102"/>
                </a:cubicBezTo>
                <a:lnTo>
                  <a:pt x="0" y="1430502"/>
                </a:lnTo>
                <a:lnTo>
                  <a:pt x="565150" y="857250"/>
                </a:lnTo>
                <a:close/>
              </a:path>
            </a:pathLst>
          </a:cu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2659E1-6678-4B32-AA67-79D01F8BA75F}"/>
              </a:ext>
            </a:extLst>
          </p:cNvPr>
          <p:cNvSpPr txBox="1"/>
          <p:nvPr/>
        </p:nvSpPr>
        <p:spPr>
          <a:xfrm rot="16200000">
            <a:off x="-918512" y="480864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43197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72" y="525903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3" y="1325961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5BCA49-43C1-4E2D-9D9E-DD2D01979AE0}"/>
              </a:ext>
            </a:extLst>
          </p:cNvPr>
          <p:cNvGrpSpPr/>
          <p:nvPr/>
        </p:nvGrpSpPr>
        <p:grpSpPr>
          <a:xfrm>
            <a:off x="592111" y="2747510"/>
            <a:ext cx="8874178" cy="3803220"/>
            <a:chOff x="1558976" y="3043003"/>
            <a:chExt cx="7345180" cy="3147935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A355FE-8E27-41D2-A3C0-1EDE8978571B}"/>
                </a:ext>
              </a:extLst>
            </p:cNvPr>
            <p:cNvSpPr/>
            <p:nvPr/>
          </p:nvSpPr>
          <p:spPr>
            <a:xfrm>
              <a:off x="1558977" y="3043003"/>
              <a:ext cx="876923" cy="674560"/>
            </a:xfrm>
            <a:custGeom>
              <a:avLst/>
              <a:gdLst>
                <a:gd name="connsiteX0" fmla="*/ 524666 w 876923"/>
                <a:gd name="connsiteY0" fmla="*/ 0 h 674560"/>
                <a:gd name="connsiteX1" fmla="*/ 866723 w 876923"/>
                <a:gd name="connsiteY1" fmla="*/ 0 h 674560"/>
                <a:gd name="connsiteX2" fmla="*/ 876923 w 876923"/>
                <a:gd name="connsiteY2" fmla="*/ 101186 h 674560"/>
                <a:gd name="connsiteX3" fmla="*/ 303549 w 876923"/>
                <a:gd name="connsiteY3" fmla="*/ 674560 h 674560"/>
                <a:gd name="connsiteX4" fmla="*/ 80366 w 876923"/>
                <a:gd name="connsiteY4" fmla="*/ 629501 h 674560"/>
                <a:gd name="connsiteX5" fmla="*/ 0 w 876923"/>
                <a:gd name="connsiteY5" fmla="*/ 585881 h 674560"/>
                <a:gd name="connsiteX6" fmla="*/ 0 w 876923"/>
                <a:gd name="connsiteY6" fmla="*/ 524666 h 674560"/>
                <a:gd name="connsiteX7" fmla="*/ 524666 w 876923"/>
                <a:gd name="connsiteY7" fmla="*/ 0 h 67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923" h="674560">
                  <a:moveTo>
                    <a:pt x="524666" y="0"/>
                  </a:moveTo>
                  <a:lnTo>
                    <a:pt x="866723" y="0"/>
                  </a:lnTo>
                  <a:lnTo>
                    <a:pt x="876923" y="101186"/>
                  </a:lnTo>
                  <a:cubicBezTo>
                    <a:pt x="876923" y="417852"/>
                    <a:pt x="620215" y="674560"/>
                    <a:pt x="303549" y="674560"/>
                  </a:cubicBezTo>
                  <a:cubicBezTo>
                    <a:pt x="224383" y="674560"/>
                    <a:pt x="148963" y="658516"/>
                    <a:pt x="80366" y="629501"/>
                  </a:cubicBezTo>
                  <a:lnTo>
                    <a:pt x="0" y="585881"/>
                  </a:lnTo>
                  <a:lnTo>
                    <a:pt x="0" y="524666"/>
                  </a:lnTo>
                  <a:cubicBezTo>
                    <a:pt x="0" y="234901"/>
                    <a:pt x="234901" y="0"/>
                    <a:pt x="5246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02A85E5-AFB4-40C1-AF4D-892D11D355D3}"/>
                </a:ext>
              </a:extLst>
            </p:cNvPr>
            <p:cNvSpPr/>
            <p:nvPr/>
          </p:nvSpPr>
          <p:spPr>
            <a:xfrm>
              <a:off x="4914772" y="3043003"/>
              <a:ext cx="2020180" cy="723279"/>
            </a:xfrm>
            <a:custGeom>
              <a:avLst/>
              <a:gdLst>
                <a:gd name="connsiteX0" fmla="*/ 0 w 2020180"/>
                <a:gd name="connsiteY0" fmla="*/ 0 h 723279"/>
                <a:gd name="connsiteX1" fmla="*/ 2020180 w 2020180"/>
                <a:gd name="connsiteY1" fmla="*/ 0 h 723279"/>
                <a:gd name="connsiteX2" fmla="*/ 1994207 w 2020180"/>
                <a:gd name="connsiteY2" fmla="*/ 70962 h 723279"/>
                <a:gd name="connsiteX3" fmla="*/ 1010090 w 2020180"/>
                <a:gd name="connsiteY3" fmla="*/ 723279 h 723279"/>
                <a:gd name="connsiteX4" fmla="*/ 25973 w 2020180"/>
                <a:gd name="connsiteY4" fmla="*/ 70962 h 723279"/>
                <a:gd name="connsiteX5" fmla="*/ 0 w 2020180"/>
                <a:gd name="connsiteY5" fmla="*/ 0 h 723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0180" h="723279">
                  <a:moveTo>
                    <a:pt x="0" y="0"/>
                  </a:moveTo>
                  <a:lnTo>
                    <a:pt x="2020180" y="0"/>
                  </a:lnTo>
                  <a:lnTo>
                    <a:pt x="1994207" y="70962"/>
                  </a:lnTo>
                  <a:cubicBezTo>
                    <a:pt x="1832069" y="454302"/>
                    <a:pt x="1452491" y="723279"/>
                    <a:pt x="1010090" y="723279"/>
                  </a:cubicBezTo>
                  <a:cubicBezTo>
                    <a:pt x="567689" y="723279"/>
                    <a:pt x="188112" y="454302"/>
                    <a:pt x="25973" y="70962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25000"/>
                    <a:lumOff val="75000"/>
                    <a:tint val="66000"/>
                    <a:satMod val="160000"/>
                  </a:schemeClr>
                </a:gs>
                <a:gs pos="50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tx2">
                    <a:lumMod val="25000"/>
                    <a:lumOff val="75000"/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7B91551-CFC0-4BDE-B1B6-DEF71E18B928}"/>
                </a:ext>
              </a:extLst>
            </p:cNvPr>
            <p:cNvSpPr/>
            <p:nvPr/>
          </p:nvSpPr>
          <p:spPr>
            <a:xfrm>
              <a:off x="7575724" y="5257801"/>
              <a:ext cx="1328432" cy="933137"/>
            </a:xfrm>
            <a:custGeom>
              <a:avLst/>
              <a:gdLst>
                <a:gd name="connsiteX0" fmla="*/ 1058612 w 1328432"/>
                <a:gd name="connsiteY0" fmla="*/ 0 h 933137"/>
                <a:gd name="connsiteX1" fmla="*/ 1273861 w 1328432"/>
                <a:gd name="connsiteY1" fmla="*/ 21699 h 933137"/>
                <a:gd name="connsiteX2" fmla="*/ 1328432 w 1328432"/>
                <a:gd name="connsiteY2" fmla="*/ 35731 h 933137"/>
                <a:gd name="connsiteX3" fmla="*/ 1328432 w 1328432"/>
                <a:gd name="connsiteY3" fmla="*/ 408471 h 933137"/>
                <a:gd name="connsiteX4" fmla="*/ 803766 w 1328432"/>
                <a:gd name="connsiteY4" fmla="*/ 933137 h 933137"/>
                <a:gd name="connsiteX5" fmla="*/ 0 w 1328432"/>
                <a:gd name="connsiteY5" fmla="*/ 933137 h 933137"/>
                <a:gd name="connsiteX6" fmla="*/ 12261 w 1328432"/>
                <a:gd name="connsiteY6" fmla="*/ 852801 h 933137"/>
                <a:gd name="connsiteX7" fmla="*/ 1058612 w 1328432"/>
                <a:gd name="connsiteY7" fmla="*/ 0 h 933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8432" h="933137">
                  <a:moveTo>
                    <a:pt x="1058612" y="0"/>
                  </a:moveTo>
                  <a:cubicBezTo>
                    <a:pt x="1132345" y="0"/>
                    <a:pt x="1204334" y="7472"/>
                    <a:pt x="1273861" y="21699"/>
                  </a:cubicBezTo>
                  <a:lnTo>
                    <a:pt x="1328432" y="35731"/>
                  </a:lnTo>
                  <a:lnTo>
                    <a:pt x="1328432" y="408471"/>
                  </a:lnTo>
                  <a:cubicBezTo>
                    <a:pt x="1328432" y="698236"/>
                    <a:pt x="1093531" y="933137"/>
                    <a:pt x="803766" y="933137"/>
                  </a:cubicBezTo>
                  <a:lnTo>
                    <a:pt x="0" y="933137"/>
                  </a:lnTo>
                  <a:lnTo>
                    <a:pt x="12261" y="852801"/>
                  </a:lnTo>
                  <a:cubicBezTo>
                    <a:pt x="111853" y="366108"/>
                    <a:pt x="542478" y="0"/>
                    <a:pt x="10586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332A06D-1621-413F-BE6C-9EDD9A897F21}"/>
                </a:ext>
              </a:extLst>
            </p:cNvPr>
            <p:cNvSpPr/>
            <p:nvPr/>
          </p:nvSpPr>
          <p:spPr>
            <a:xfrm>
              <a:off x="2863120" y="5388962"/>
              <a:ext cx="1146748" cy="801976"/>
            </a:xfrm>
            <a:custGeom>
              <a:avLst/>
              <a:gdLst>
                <a:gd name="connsiteX0" fmla="*/ 573374 w 1146748"/>
                <a:gd name="connsiteY0" fmla="*/ 0 h 801976"/>
                <a:gd name="connsiteX1" fmla="*/ 1146748 w 1146748"/>
                <a:gd name="connsiteY1" fmla="*/ 573374 h 801976"/>
                <a:gd name="connsiteX2" fmla="*/ 1101689 w 1146748"/>
                <a:gd name="connsiteY2" fmla="*/ 796557 h 801976"/>
                <a:gd name="connsiteX3" fmla="*/ 1098748 w 1146748"/>
                <a:gd name="connsiteY3" fmla="*/ 801976 h 801976"/>
                <a:gd name="connsiteX4" fmla="*/ 48000 w 1146748"/>
                <a:gd name="connsiteY4" fmla="*/ 801976 h 801976"/>
                <a:gd name="connsiteX5" fmla="*/ 45059 w 1146748"/>
                <a:gd name="connsiteY5" fmla="*/ 796557 h 801976"/>
                <a:gd name="connsiteX6" fmla="*/ 0 w 1146748"/>
                <a:gd name="connsiteY6" fmla="*/ 573374 h 801976"/>
                <a:gd name="connsiteX7" fmla="*/ 573374 w 1146748"/>
                <a:gd name="connsiteY7" fmla="*/ 0 h 801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748" h="801976">
                  <a:moveTo>
                    <a:pt x="573374" y="0"/>
                  </a:moveTo>
                  <a:cubicBezTo>
                    <a:pt x="890040" y="0"/>
                    <a:pt x="1146748" y="256708"/>
                    <a:pt x="1146748" y="573374"/>
                  </a:cubicBezTo>
                  <a:cubicBezTo>
                    <a:pt x="1146748" y="652541"/>
                    <a:pt x="1130704" y="727960"/>
                    <a:pt x="1101689" y="796557"/>
                  </a:cubicBezTo>
                  <a:lnTo>
                    <a:pt x="1098748" y="801976"/>
                  </a:lnTo>
                  <a:lnTo>
                    <a:pt x="48000" y="801976"/>
                  </a:lnTo>
                  <a:lnTo>
                    <a:pt x="45059" y="796557"/>
                  </a:lnTo>
                  <a:cubicBezTo>
                    <a:pt x="16044" y="727960"/>
                    <a:pt x="0" y="652541"/>
                    <a:pt x="0" y="573374"/>
                  </a:cubicBezTo>
                  <a:cubicBezTo>
                    <a:pt x="0" y="256708"/>
                    <a:pt x="256708" y="0"/>
                    <a:pt x="5733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982118-1D50-4D4E-BC84-BB7A3FBA30A2}"/>
                </a:ext>
              </a:extLst>
            </p:cNvPr>
            <p:cNvSpPr/>
            <p:nvPr/>
          </p:nvSpPr>
          <p:spPr>
            <a:xfrm>
              <a:off x="1558976" y="3043003"/>
              <a:ext cx="7345180" cy="3147935"/>
            </a:xfrm>
            <a:custGeom>
              <a:avLst/>
              <a:gdLst>
                <a:gd name="connsiteX0" fmla="*/ 866723 w 7345180"/>
                <a:gd name="connsiteY0" fmla="*/ 0 h 3147935"/>
                <a:gd name="connsiteX1" fmla="*/ 3355796 w 7345180"/>
                <a:gd name="connsiteY1" fmla="*/ 0 h 3147935"/>
                <a:gd name="connsiteX2" fmla="*/ 3381769 w 7345180"/>
                <a:gd name="connsiteY2" fmla="*/ 70962 h 3147935"/>
                <a:gd name="connsiteX3" fmla="*/ 4365886 w 7345180"/>
                <a:gd name="connsiteY3" fmla="*/ 723279 h 3147935"/>
                <a:gd name="connsiteX4" fmla="*/ 5350003 w 7345180"/>
                <a:gd name="connsiteY4" fmla="*/ 70962 h 3147935"/>
                <a:gd name="connsiteX5" fmla="*/ 5375976 w 7345180"/>
                <a:gd name="connsiteY5" fmla="*/ 0 h 3147935"/>
                <a:gd name="connsiteX6" fmla="*/ 6820514 w 7345180"/>
                <a:gd name="connsiteY6" fmla="*/ 0 h 3147935"/>
                <a:gd name="connsiteX7" fmla="*/ 7345180 w 7345180"/>
                <a:gd name="connsiteY7" fmla="*/ 524666 h 3147935"/>
                <a:gd name="connsiteX8" fmla="*/ 7345180 w 7345180"/>
                <a:gd name="connsiteY8" fmla="*/ 2250529 h 3147935"/>
                <a:gd name="connsiteX9" fmla="*/ 7290609 w 7345180"/>
                <a:gd name="connsiteY9" fmla="*/ 2236497 h 3147935"/>
                <a:gd name="connsiteX10" fmla="*/ 7075360 w 7345180"/>
                <a:gd name="connsiteY10" fmla="*/ 2214798 h 3147935"/>
                <a:gd name="connsiteX11" fmla="*/ 6029009 w 7345180"/>
                <a:gd name="connsiteY11" fmla="*/ 3067599 h 3147935"/>
                <a:gd name="connsiteX12" fmla="*/ 6016748 w 7345180"/>
                <a:gd name="connsiteY12" fmla="*/ 3147935 h 3147935"/>
                <a:gd name="connsiteX13" fmla="*/ 2402892 w 7345180"/>
                <a:gd name="connsiteY13" fmla="*/ 3147935 h 3147935"/>
                <a:gd name="connsiteX14" fmla="*/ 2405833 w 7345180"/>
                <a:gd name="connsiteY14" fmla="*/ 3142516 h 3147935"/>
                <a:gd name="connsiteX15" fmla="*/ 2450892 w 7345180"/>
                <a:gd name="connsiteY15" fmla="*/ 2919333 h 3147935"/>
                <a:gd name="connsiteX16" fmla="*/ 1877518 w 7345180"/>
                <a:gd name="connsiteY16" fmla="*/ 2345959 h 3147935"/>
                <a:gd name="connsiteX17" fmla="*/ 1304144 w 7345180"/>
                <a:gd name="connsiteY17" fmla="*/ 2919333 h 3147935"/>
                <a:gd name="connsiteX18" fmla="*/ 1349203 w 7345180"/>
                <a:gd name="connsiteY18" fmla="*/ 3142516 h 3147935"/>
                <a:gd name="connsiteX19" fmla="*/ 1352144 w 7345180"/>
                <a:gd name="connsiteY19" fmla="*/ 3147935 h 3147935"/>
                <a:gd name="connsiteX20" fmla="*/ 524666 w 7345180"/>
                <a:gd name="connsiteY20" fmla="*/ 3147935 h 3147935"/>
                <a:gd name="connsiteX21" fmla="*/ 0 w 7345180"/>
                <a:gd name="connsiteY21" fmla="*/ 2623269 h 3147935"/>
                <a:gd name="connsiteX22" fmla="*/ 0 w 7345180"/>
                <a:gd name="connsiteY22" fmla="*/ 585881 h 3147935"/>
                <a:gd name="connsiteX23" fmla="*/ 80366 w 7345180"/>
                <a:gd name="connsiteY23" fmla="*/ 629501 h 3147935"/>
                <a:gd name="connsiteX24" fmla="*/ 303549 w 7345180"/>
                <a:gd name="connsiteY24" fmla="*/ 674560 h 3147935"/>
                <a:gd name="connsiteX25" fmla="*/ 876923 w 7345180"/>
                <a:gd name="connsiteY25" fmla="*/ 101186 h 3147935"/>
                <a:gd name="connsiteX26" fmla="*/ 866723 w 7345180"/>
                <a:gd name="connsiteY26" fmla="*/ 0 h 3147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45180" h="3147935">
                  <a:moveTo>
                    <a:pt x="866723" y="0"/>
                  </a:moveTo>
                  <a:lnTo>
                    <a:pt x="3355796" y="0"/>
                  </a:lnTo>
                  <a:lnTo>
                    <a:pt x="3381769" y="70962"/>
                  </a:lnTo>
                  <a:cubicBezTo>
                    <a:pt x="3543908" y="454302"/>
                    <a:pt x="3923485" y="723279"/>
                    <a:pt x="4365886" y="723279"/>
                  </a:cubicBezTo>
                  <a:cubicBezTo>
                    <a:pt x="4808287" y="723279"/>
                    <a:pt x="5187865" y="454302"/>
                    <a:pt x="5350003" y="70962"/>
                  </a:cubicBezTo>
                  <a:lnTo>
                    <a:pt x="5375976" y="0"/>
                  </a:lnTo>
                  <a:lnTo>
                    <a:pt x="6820514" y="0"/>
                  </a:lnTo>
                  <a:cubicBezTo>
                    <a:pt x="7110279" y="0"/>
                    <a:pt x="7345180" y="234901"/>
                    <a:pt x="7345180" y="524666"/>
                  </a:cubicBezTo>
                  <a:lnTo>
                    <a:pt x="7345180" y="2250529"/>
                  </a:lnTo>
                  <a:lnTo>
                    <a:pt x="7290609" y="2236497"/>
                  </a:lnTo>
                  <a:cubicBezTo>
                    <a:pt x="7221082" y="2222270"/>
                    <a:pt x="7149093" y="2214798"/>
                    <a:pt x="7075360" y="2214798"/>
                  </a:cubicBezTo>
                  <a:cubicBezTo>
                    <a:pt x="6559226" y="2214798"/>
                    <a:pt x="6128601" y="2580906"/>
                    <a:pt x="6029009" y="3067599"/>
                  </a:cubicBezTo>
                  <a:lnTo>
                    <a:pt x="6016748" y="3147935"/>
                  </a:lnTo>
                  <a:lnTo>
                    <a:pt x="2402892" y="3147935"/>
                  </a:lnTo>
                  <a:lnTo>
                    <a:pt x="2405833" y="3142516"/>
                  </a:lnTo>
                  <a:cubicBezTo>
                    <a:pt x="2434848" y="3073919"/>
                    <a:pt x="2450892" y="2998500"/>
                    <a:pt x="2450892" y="2919333"/>
                  </a:cubicBezTo>
                  <a:cubicBezTo>
                    <a:pt x="2450892" y="2602667"/>
                    <a:pt x="2194184" y="2345959"/>
                    <a:pt x="1877518" y="2345959"/>
                  </a:cubicBezTo>
                  <a:cubicBezTo>
                    <a:pt x="1560852" y="2345959"/>
                    <a:pt x="1304144" y="2602667"/>
                    <a:pt x="1304144" y="2919333"/>
                  </a:cubicBezTo>
                  <a:cubicBezTo>
                    <a:pt x="1304144" y="2998500"/>
                    <a:pt x="1320188" y="3073919"/>
                    <a:pt x="1349203" y="3142516"/>
                  </a:cubicBezTo>
                  <a:lnTo>
                    <a:pt x="1352144" y="3147935"/>
                  </a:lnTo>
                  <a:lnTo>
                    <a:pt x="524666" y="3147935"/>
                  </a:lnTo>
                  <a:cubicBezTo>
                    <a:pt x="234901" y="3147935"/>
                    <a:pt x="0" y="2913034"/>
                    <a:pt x="0" y="2623269"/>
                  </a:cubicBezTo>
                  <a:lnTo>
                    <a:pt x="0" y="585881"/>
                  </a:lnTo>
                  <a:lnTo>
                    <a:pt x="80366" y="629501"/>
                  </a:lnTo>
                  <a:cubicBezTo>
                    <a:pt x="148963" y="658516"/>
                    <a:pt x="224383" y="674560"/>
                    <a:pt x="303549" y="674560"/>
                  </a:cubicBezTo>
                  <a:cubicBezTo>
                    <a:pt x="620215" y="674560"/>
                    <a:pt x="876923" y="417852"/>
                    <a:pt x="876923" y="101186"/>
                  </a:cubicBezTo>
                  <a:lnTo>
                    <a:pt x="86672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460C3C-ABC5-498E-ABD9-403C687E538B}"/>
                </a:ext>
              </a:extLst>
            </p:cNvPr>
            <p:cNvSpPr/>
            <p:nvPr/>
          </p:nvSpPr>
          <p:spPr>
            <a:xfrm>
              <a:off x="1693889" y="4189750"/>
              <a:ext cx="614596" cy="614596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3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3">
                    <a:lumMod val="40000"/>
                    <a:lumOff val="6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BB4ADBB-376F-4FD9-8101-A13FB9127BF9}"/>
                </a:ext>
              </a:extLst>
            </p:cNvPr>
            <p:cNvSpPr/>
            <p:nvPr/>
          </p:nvSpPr>
          <p:spPr>
            <a:xfrm>
              <a:off x="5606327" y="5396457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rgbClr val="C6AE2C">
                    <a:tint val="66000"/>
                    <a:satMod val="160000"/>
                  </a:srgbClr>
                </a:gs>
                <a:gs pos="50000">
                  <a:srgbClr val="C6AE2C">
                    <a:tint val="44500"/>
                    <a:satMod val="160000"/>
                  </a:srgbClr>
                </a:gs>
                <a:gs pos="100000">
                  <a:srgbClr val="C6AE2C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9DC98-583D-421E-8108-17DAE73D6894}"/>
                </a:ext>
              </a:extLst>
            </p:cNvPr>
            <p:cNvSpPr/>
            <p:nvPr/>
          </p:nvSpPr>
          <p:spPr>
            <a:xfrm>
              <a:off x="8020757" y="3177916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5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5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DE317B-883E-4823-A442-075ADC81C826}"/>
              </a:ext>
            </a:extLst>
          </p:cNvPr>
          <p:cNvSpPr/>
          <p:nvPr/>
        </p:nvSpPr>
        <p:spPr>
          <a:xfrm>
            <a:off x="1481726" y="3800189"/>
            <a:ext cx="7390342" cy="16978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 note: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PDF is copyrighted by blossomings.github.io and is for personal use only. Please do not upload it to any other website, socials or file-sharing service. Thanks! 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E9505C3-357A-4649-8E31-5F1E27B37ABE}"/>
              </a:ext>
            </a:extLst>
          </p:cNvPr>
          <p:cNvSpPr txBox="1"/>
          <p:nvPr/>
        </p:nvSpPr>
        <p:spPr>
          <a:xfrm rot="16200000">
            <a:off x="-871847" y="378749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CE89CE0-03A3-4810-B19E-D874DC4B61D8}"/>
              </a:ext>
            </a:extLst>
          </p:cNvPr>
          <p:cNvSpPr txBox="1"/>
          <p:nvPr/>
        </p:nvSpPr>
        <p:spPr>
          <a:xfrm>
            <a:off x="5550450" y="280464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E59F75E-EE46-4962-A3A3-C05EA530B945}"/>
              </a:ext>
            </a:extLst>
          </p:cNvPr>
          <p:cNvSpPr txBox="1"/>
          <p:nvPr/>
        </p:nvSpPr>
        <p:spPr>
          <a:xfrm>
            <a:off x="5510214" y="548204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r</a:t>
            </a:r>
            <a:r>
              <a:rPr lang="en-US" sz="5400" b="1" dirty="0">
                <a:solidFill>
                  <a:prstClr val="black">
                    <a:alpha val="9000"/>
                  </a:prstClr>
                </a:solidFill>
                <a:latin typeface="Calibri" panose="020F0502020204030204"/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  <a:latin typeface="Calibri" panose="020F0502020204030204"/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  <a:latin typeface="Calibri" panose="020F0502020204030204"/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  <a:latin typeface="Calibri" panose="020F0502020204030204"/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  <a:latin typeface="Calibri" panose="020F0502020204030204"/>
              </a:rPr>
              <a:t>s</a:t>
            </a:r>
            <a:r>
              <a:rPr lang="en-US" sz="5400" b="1" dirty="0"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latin typeface="Calibri" panose="020F0502020204030204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76129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902</TotalTime>
  <Words>368</Words>
  <Application>Microsoft Office PowerPoint</Application>
  <PresentationFormat>Custom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173</cp:revision>
  <dcterms:created xsi:type="dcterms:W3CDTF">2025-02-18T12:00:50Z</dcterms:created>
  <dcterms:modified xsi:type="dcterms:W3CDTF">2025-04-07T16:07:05Z</dcterms:modified>
</cp:coreProperties>
</file>