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8" r:id="rId3"/>
    <p:sldId id="256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2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3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1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4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1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7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ico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ico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ico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ico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ico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.ico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.ico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5BB9B4C-94EA-432D-AD60-61172B03E7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BF31AB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Coloring Book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4F524-E1EA-4D3E-8B9C-2398B0D7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1" y="2905715"/>
            <a:ext cx="4631961" cy="356489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5C2871-C8E7-4173-969F-FAD2E63D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03358"/>
            <a:ext cx="4782989" cy="356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4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8885BE-380A-44E0-B9A4-88CA6E5B0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33" b="14315"/>
          <a:stretch/>
        </p:blipFill>
        <p:spPr>
          <a:xfrm>
            <a:off x="0" y="2421069"/>
            <a:ext cx="7119422" cy="52364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402028" y="43760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Apple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E6A97-3814-4A60-BFDB-B4A8F9CE5A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666"/>
          <a:stretch/>
        </p:blipFill>
        <p:spPr>
          <a:xfrm>
            <a:off x="5670477" y="323167"/>
            <a:ext cx="4008153" cy="469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9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E2BC1E-8F85-4D6D-A6B2-6C0277BE8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50" t="2828" r="11717" b="9482"/>
          <a:stretch/>
        </p:blipFill>
        <p:spPr>
          <a:xfrm>
            <a:off x="1076677" y="2171479"/>
            <a:ext cx="4904398" cy="5539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F9125-E2FF-4BF3-85D0-6BDDD1AD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178" y="619524"/>
            <a:ext cx="3802574" cy="380257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402028" y="43760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Orange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64931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4C942C-BBC7-4EB2-AFC7-2D44F5B59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88" t="9721" r="18595" b="23048"/>
          <a:stretch/>
        </p:blipFill>
        <p:spPr>
          <a:xfrm>
            <a:off x="866218" y="2105622"/>
            <a:ext cx="4517102" cy="522546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402028" y="43760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Banana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B90CE5-5C15-48A0-AE1B-AB284F1776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73" t="9716" r="20961" b="22262"/>
          <a:stretch/>
        </p:blipFill>
        <p:spPr>
          <a:xfrm>
            <a:off x="6634477" y="830940"/>
            <a:ext cx="3044153" cy="388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9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CAC01-7988-4B51-BA5C-607E8C9524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24" t="9722" r="17116" b="20380"/>
          <a:stretch/>
        </p:blipFill>
        <p:spPr>
          <a:xfrm>
            <a:off x="610247" y="1954823"/>
            <a:ext cx="4916775" cy="54327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16FBE-725F-4655-81F7-EA69347D9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80" t="7407" r="17869" b="18590"/>
          <a:stretch/>
        </p:blipFill>
        <p:spPr>
          <a:xfrm>
            <a:off x="6348043" y="432920"/>
            <a:ext cx="3539720" cy="411532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184118" y="43760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Plum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30568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0935C-DBF1-4C78-A181-B20B47B7A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96" t="9722" r="22366" b="12825"/>
          <a:stretch/>
        </p:blipFill>
        <p:spPr>
          <a:xfrm>
            <a:off x="903737" y="1748546"/>
            <a:ext cx="4238909" cy="60199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613262">
            <a:off x="190751" y="194872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184118" y="43760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Pear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D3CD05-3061-47A9-9F70-ECA21AEEA9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115" t="9716" r="21803" b="12595"/>
          <a:stretch/>
        </p:blipFill>
        <p:spPr>
          <a:xfrm>
            <a:off x="6640643" y="270655"/>
            <a:ext cx="3147935" cy="44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0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50AB11-FAD6-478C-BCB5-4495156EB6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2" t="11186" r="9472" b="12054"/>
          <a:stretch/>
        </p:blipFill>
        <p:spPr>
          <a:xfrm>
            <a:off x="1488577" y="3819599"/>
            <a:ext cx="2610612" cy="2685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A9A4FC-EABA-43E0-AA80-2DC89CDA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577" y="3939002"/>
            <a:ext cx="2446824" cy="2446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1F172-B920-43B2-86EB-FDF993101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96" y="2111174"/>
            <a:ext cx="5686246" cy="56862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D5702A-621E-4290-8203-E40E796A4A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96" r="7851" b="5214"/>
          <a:stretch/>
        </p:blipFill>
        <p:spPr>
          <a:xfrm>
            <a:off x="6035919" y="818630"/>
            <a:ext cx="3713164" cy="36060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200840" y="399685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Peach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438379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493A5-CF2F-40E0-A9E7-F2DB827186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9" t="9722" r="16854" b="17273"/>
          <a:stretch/>
        </p:blipFill>
        <p:spPr>
          <a:xfrm>
            <a:off x="319724" y="2030783"/>
            <a:ext cx="5312229" cy="56742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206E8-0C0F-461E-B790-BC19F46B2F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02" t="8736" r="17619" b="15651"/>
          <a:stretch/>
        </p:blipFill>
        <p:spPr>
          <a:xfrm>
            <a:off x="6065872" y="292825"/>
            <a:ext cx="3947885" cy="432128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159657" y="714528"/>
            <a:ext cx="603398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Watermelon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379750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366626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E4D66-53A7-4F4F-9128-594DEE4277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80" t="13911" r="19281" b="16153"/>
          <a:stretch/>
        </p:blipFill>
        <p:spPr>
          <a:xfrm>
            <a:off x="149732" y="2150030"/>
            <a:ext cx="4992914" cy="54357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A4964A-852C-4689-9849-8B3A164777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51" t="10993" r="19397" b="17175"/>
          <a:stretch/>
        </p:blipFill>
        <p:spPr>
          <a:xfrm>
            <a:off x="6193638" y="619524"/>
            <a:ext cx="3637714" cy="41052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65479-BF70-4EE1-BAF4-B109A5D84730}"/>
              </a:ext>
            </a:extLst>
          </p:cNvPr>
          <p:cNvSpPr txBox="1"/>
          <p:nvPr/>
        </p:nvSpPr>
        <p:spPr>
          <a:xfrm>
            <a:off x="-370802" y="186644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Grapes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4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74E1BC-EE17-4169-91B7-355CC884CC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83" t="9225" r="16662" b="11899"/>
          <a:stretch/>
        </p:blipFill>
        <p:spPr>
          <a:xfrm>
            <a:off x="604845" y="2387261"/>
            <a:ext cx="4946754" cy="53851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251610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63BF15-6756-410D-BCCC-CF6D1446E3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91" t="8494" r="17606" b="9716"/>
          <a:stretch/>
        </p:blipFill>
        <p:spPr>
          <a:xfrm>
            <a:off x="6040917" y="755610"/>
            <a:ext cx="3637713" cy="39616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65479-BF70-4EE1-BAF4-B109A5D84730}"/>
              </a:ext>
            </a:extLst>
          </p:cNvPr>
          <p:cNvSpPr txBox="1"/>
          <p:nvPr/>
        </p:nvSpPr>
        <p:spPr>
          <a:xfrm>
            <a:off x="-370802" y="186644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 Mango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A7B22-9A03-45AD-B652-55919524E7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14" t="4143" r="17841"/>
          <a:stretch/>
        </p:blipFill>
        <p:spPr>
          <a:xfrm>
            <a:off x="-3606542" y="1583997"/>
            <a:ext cx="2258276" cy="30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4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7757C-3B9D-4C35-83DE-99F648A4EC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17" t="7971" r="19238" b="9932"/>
          <a:stretch/>
        </p:blipFill>
        <p:spPr>
          <a:xfrm>
            <a:off x="475337" y="2093614"/>
            <a:ext cx="4553863" cy="563502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4251610" y="2764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05512-726F-4F06-815B-E980FCD725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40" t="7181" r="18091" b="9717"/>
          <a:stretch/>
        </p:blipFill>
        <p:spPr>
          <a:xfrm>
            <a:off x="6413749" y="400735"/>
            <a:ext cx="3460819" cy="420048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65479-BF70-4EE1-BAF4-B109A5D84730}"/>
              </a:ext>
            </a:extLst>
          </p:cNvPr>
          <p:cNvSpPr txBox="1"/>
          <p:nvPr/>
        </p:nvSpPr>
        <p:spPr>
          <a:xfrm>
            <a:off x="138409" y="619524"/>
            <a:ext cx="603398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Strawberry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A7B22-9A03-45AD-B652-55919524E7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14" t="4143" r="17841"/>
          <a:stretch/>
        </p:blipFill>
        <p:spPr>
          <a:xfrm>
            <a:off x="-3606542" y="1583997"/>
            <a:ext cx="2258276" cy="30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514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</TotalTime>
  <Words>101</Words>
  <Application>Microsoft Office PowerPoint</Application>
  <PresentationFormat>Custom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Calibri</vt:lpstr>
      <vt:lpstr>Calibri Light</vt:lpstr>
      <vt:lpstr>Teaching Print Dotted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123</cp:revision>
  <dcterms:created xsi:type="dcterms:W3CDTF">2025-02-18T12:00:50Z</dcterms:created>
  <dcterms:modified xsi:type="dcterms:W3CDTF">2025-03-25T23:47:18Z</dcterms:modified>
</cp:coreProperties>
</file>